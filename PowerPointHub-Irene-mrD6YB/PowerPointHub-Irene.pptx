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69" r:id="rId2"/>
    <p:sldId id="278" r:id="rId3"/>
    <p:sldId id="27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embeddedFontLst>
    <p:embeddedFont>
      <p:font typeface="Anakotmai Bold" panose="00000800000000000000" pitchFamily="2" charset="-34"/>
      <p:bold r:id="rId24"/>
    </p:embeddedFont>
    <p:embeddedFont>
      <p:font typeface="Anakotmai Medium" panose="00000600000000000000" pitchFamily="50" charset="-34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3EB"/>
    <a:srgbClr val="FFC269"/>
    <a:srgbClr val="2F2851"/>
    <a:srgbClr val="FD69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67" autoAdjust="0"/>
  </p:normalViewPr>
  <p:slideViewPr>
    <p:cSldViewPr snapToGrid="0">
      <p:cViewPr varScale="1">
        <p:scale>
          <a:sx n="63" d="100"/>
          <a:sy n="63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33476-35E4-4B52-8600-F085155B51FA}" type="datetimeFigureOut">
              <a:rPr lang="en-US" smtClean="0"/>
              <a:t>1/4/20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1472A-A782-4514-AAA1-A336D8232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4A2E-EAC7-4C28-9531-21DC450E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80A30-3BA0-4A1C-87C9-EB5C773B1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6C1D4-F3FA-4871-8179-FC63EE07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FFA09-E75B-43DB-BF6D-1E4DE248C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EA34F-78A0-4ED4-A9FE-E825A58ED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66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FD6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592EA-1EC0-4A30-8595-1BC7A9D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13455-2398-49F7-A05C-6BA7F275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9238EB-15EA-4254-BF07-15C48D12493A}"/>
              </a:ext>
            </a:extLst>
          </p:cNvPr>
          <p:cNvCxnSpPr/>
          <p:nvPr userDrawn="1"/>
        </p:nvCxnSpPr>
        <p:spPr>
          <a:xfrm>
            <a:off x="6096000" y="1450429"/>
            <a:ext cx="0" cy="3563006"/>
          </a:xfrm>
          <a:prstGeom prst="line">
            <a:avLst/>
          </a:prstGeom>
          <a:ln w="76200">
            <a:solidFill>
              <a:srgbClr val="FFC2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6371FF6-9A7A-48B1-9C2F-98D2278F7731}"/>
              </a:ext>
            </a:extLst>
          </p:cNvPr>
          <p:cNvSpPr/>
          <p:nvPr userDrawn="1"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370A-FCB2-464C-9D53-7DE5D27B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4598" y="6356350"/>
            <a:ext cx="453258" cy="365125"/>
          </a:xfrm>
        </p:spPr>
        <p:txBody>
          <a:bodyPr/>
          <a:lstStyle>
            <a:lvl1pPr algn="ctr">
              <a:defRPr>
                <a:solidFill>
                  <a:srgbClr val="FFC269"/>
                </a:solidFill>
              </a:defRPr>
            </a:lvl1pPr>
          </a:lstStyle>
          <a:p>
            <a:fld id="{A37EA34F-78A0-4ED4-A9FE-E825A58ED1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80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rgbClr val="FFC2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C0E47B-DA7F-4C82-8D2D-9F4910CA6B9C}"/>
              </a:ext>
            </a:extLst>
          </p:cNvPr>
          <p:cNvSpPr/>
          <p:nvPr userDrawn="1"/>
        </p:nvSpPr>
        <p:spPr>
          <a:xfrm>
            <a:off x="1670795" y="1439917"/>
            <a:ext cx="3026980" cy="4078014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9C43A1-9756-40A7-B8B6-716915520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9766" y="1340069"/>
            <a:ext cx="3026980" cy="4078014"/>
          </a:xfrm>
          <a:custGeom>
            <a:avLst/>
            <a:gdLst>
              <a:gd name="connsiteX0" fmla="*/ 0 w 3026980"/>
              <a:gd name="connsiteY0" fmla="*/ 0 h 4078014"/>
              <a:gd name="connsiteX1" fmla="*/ 3026980 w 3026980"/>
              <a:gd name="connsiteY1" fmla="*/ 0 h 4078014"/>
              <a:gd name="connsiteX2" fmla="*/ 3026980 w 3026980"/>
              <a:gd name="connsiteY2" fmla="*/ 4078014 h 4078014"/>
              <a:gd name="connsiteX3" fmla="*/ 0 w 3026980"/>
              <a:gd name="connsiteY3" fmla="*/ 4078014 h 4078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6980" h="4078014">
                <a:moveTo>
                  <a:pt x="0" y="0"/>
                </a:moveTo>
                <a:lnTo>
                  <a:pt x="3026980" y="0"/>
                </a:lnTo>
                <a:lnTo>
                  <a:pt x="3026980" y="4078014"/>
                </a:lnTo>
                <a:lnTo>
                  <a:pt x="0" y="4078014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592EA-1EC0-4A30-8595-1BC7A9D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13455-2398-49F7-A05C-6BA7F275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370A-FCB2-464C-9D53-7DE5D27B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EA34F-78A0-4ED4-A9FE-E825A58ED10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7E41F3-1F39-427D-9203-FB7DF43EC04F}"/>
              </a:ext>
            </a:extLst>
          </p:cNvPr>
          <p:cNvSpPr/>
          <p:nvPr userDrawn="1"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9D05FD4-A9E2-4911-8431-1842266D9B69}"/>
              </a:ext>
            </a:extLst>
          </p:cNvPr>
          <p:cNvSpPr txBox="1">
            <a:spLocks/>
          </p:cNvSpPr>
          <p:nvPr userDrawn="1"/>
        </p:nvSpPr>
        <p:spPr>
          <a:xfrm>
            <a:off x="11054598" y="6356350"/>
            <a:ext cx="453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26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7EA34F-78A0-4ED4-A9FE-E825A58ED1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4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Pr>
        <a:solidFill>
          <a:srgbClr val="2F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592EA-1EC0-4A30-8595-1BC7A9D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13455-2398-49F7-A05C-6BA7F275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370A-FCB2-464C-9D53-7DE5D27B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EA34F-78A0-4ED4-A9FE-E825A58ED10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B67F2B-65CA-4536-9B09-D9DC5A453CDB}"/>
              </a:ext>
            </a:extLst>
          </p:cNvPr>
          <p:cNvSpPr/>
          <p:nvPr userDrawn="1"/>
        </p:nvSpPr>
        <p:spPr>
          <a:xfrm>
            <a:off x="4824248" y="767255"/>
            <a:ext cx="3005959" cy="3005959"/>
          </a:xfrm>
          <a:prstGeom prst="ellipse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E09F46-15F3-4D5C-87EE-11A824E9AB1E}"/>
              </a:ext>
            </a:extLst>
          </p:cNvPr>
          <p:cNvSpPr/>
          <p:nvPr userDrawn="1"/>
        </p:nvSpPr>
        <p:spPr>
          <a:xfrm>
            <a:off x="4724399" y="767255"/>
            <a:ext cx="3005959" cy="3005959"/>
          </a:xfrm>
          <a:prstGeom prst="ellipse">
            <a:avLst/>
          </a:prstGeom>
          <a:solidFill>
            <a:srgbClr val="FAF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2983FF-7CE2-40D2-820F-C375CAABB21E}"/>
              </a:ext>
            </a:extLst>
          </p:cNvPr>
          <p:cNvSpPr/>
          <p:nvPr userDrawn="1"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9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C2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592EA-1EC0-4A30-8595-1BC7A9D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13455-2398-49F7-A05C-6BA7F275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370A-FCB2-464C-9D53-7DE5D27B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EA34F-78A0-4ED4-A9FE-E825A58ED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6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2F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592EA-1EC0-4A30-8595-1BC7A9D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13455-2398-49F7-A05C-6BA7F275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370A-FCB2-464C-9D53-7DE5D27B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EA34F-78A0-4ED4-A9FE-E825A58ED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6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FD6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592EA-1EC0-4A30-8595-1BC7A9DA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13455-2398-49F7-A05C-6BA7F275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1370A-FCB2-464C-9D53-7DE5D27B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EA34F-78A0-4ED4-A9FE-E825A58ED1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31EBEB-AF82-448B-AD2E-377F8BAB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CE17B-C571-4EE3-A1ED-7CE4C8348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EBF7-2564-4D51-B92A-76276B244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C259C-D63F-4599-A66F-3FF3AD277AF3}" type="datetimeFigureOut">
              <a:rPr lang="en-US" smtClean="0"/>
              <a:t>1/4/20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1159E-07CA-47B1-93CF-FCCF8BCA8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2037-A07A-452E-9BD1-772DF7FD35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EA34F-78A0-4ED4-A9FE-E825A58ED10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70025-62BE-4796-8240-5BE50DD9FE3A}"/>
              </a:ext>
            </a:extLst>
          </p:cNvPr>
          <p:cNvSpPr txBox="1"/>
          <p:nvPr userDrawn="1"/>
        </p:nvSpPr>
        <p:spPr>
          <a:xfrm>
            <a:off x="1216025" y="7038579"/>
            <a:ext cx="10061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| By PowerPointHub.com | PowerPointhubth@gmail.com | Facebook : PowerPoint Hub | Not allow for commercial use. | </a:t>
            </a:r>
          </a:p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Copyright 2019 , Thailand </a:t>
            </a:r>
          </a:p>
        </p:txBody>
      </p:sp>
    </p:spTree>
    <p:extLst>
      <p:ext uri="{BB962C8B-B14F-4D97-AF65-F5344CB8AC3E}">
        <p14:creationId xmlns:p14="http://schemas.microsoft.com/office/powerpoint/2010/main" val="297825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2" r:id="rId2"/>
    <p:sldLayoutId id="2147483663" r:id="rId3"/>
    <p:sldLayoutId id="2147483664" r:id="rId4"/>
    <p:sldLayoutId id="2147483655" r:id="rId5"/>
    <p:sldLayoutId id="2147483660" r:id="rId6"/>
    <p:sldLayoutId id="214748366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F515924-F27D-4567-B5DF-308E5FC26490}"/>
              </a:ext>
            </a:extLst>
          </p:cNvPr>
          <p:cNvGrpSpPr/>
          <p:nvPr/>
        </p:nvGrpSpPr>
        <p:grpSpPr>
          <a:xfrm>
            <a:off x="1507796" y="2559271"/>
            <a:ext cx="9176408" cy="1199929"/>
            <a:chOff x="1507796" y="2229071"/>
            <a:chExt cx="9176408" cy="119992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4209B94-C1C4-427A-B6E9-1CD70D84DBB5}"/>
                </a:ext>
              </a:extLst>
            </p:cNvPr>
            <p:cNvSpPr txBox="1"/>
            <p:nvPr/>
          </p:nvSpPr>
          <p:spPr>
            <a:xfrm>
              <a:off x="1507796" y="2229071"/>
              <a:ext cx="917640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FFC269"/>
                  </a:solidFill>
                  <a:latin typeface="Anakotmai Bold" panose="00000800000000000000" pitchFamily="2" charset="-34"/>
                  <a:cs typeface="Anakotmai Bold" panose="00000800000000000000" pitchFamily="2" charset="-34"/>
                </a:rPr>
                <a:t>Irene PowerPoint Template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57C9550-2263-46B4-BCCB-F9C27ECEC37F}"/>
                </a:ext>
              </a:extLst>
            </p:cNvPr>
            <p:cNvSpPr/>
            <p:nvPr/>
          </p:nvSpPr>
          <p:spPr>
            <a:xfrm>
              <a:off x="4500851" y="3028890"/>
              <a:ext cx="319029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solidFill>
                    <a:srgbClr val="FD694C"/>
                  </a:solidFill>
                  <a:latin typeface="Anakotmai Medium" panose="00000600000000000000" pitchFamily="50" charset="-34"/>
                  <a:cs typeface="Anakotmai Medium" panose="00000600000000000000" pitchFamily="50" charset="-34"/>
                </a:rPr>
                <a:t>By PowerPointHub.com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651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0851DA-764D-4EB1-B952-B869E4ED1324}"/>
              </a:ext>
            </a:extLst>
          </p:cNvPr>
          <p:cNvSpPr txBox="1"/>
          <p:nvPr/>
        </p:nvSpPr>
        <p:spPr>
          <a:xfrm>
            <a:off x="1618592" y="2102071"/>
            <a:ext cx="39624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YOUT TITLE </a:t>
            </a:r>
          </a:p>
          <a:p>
            <a:pPr algn="r"/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13E7DF-33A8-4BDB-B1DB-F9E73D5752FD}"/>
              </a:ext>
            </a:extLst>
          </p:cNvPr>
          <p:cNvSpPr/>
          <p:nvPr/>
        </p:nvSpPr>
        <p:spPr>
          <a:xfrm>
            <a:off x="6348249" y="2102071"/>
            <a:ext cx="40359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Ut </a:t>
            </a:r>
            <a:r>
              <a:rPr lang="en-US" sz="1400" dirty="0" err="1">
                <a:solidFill>
                  <a:srgbClr val="2F2851"/>
                </a:solidFill>
              </a:rPr>
              <a:t>ut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neque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quam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Nullam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sollicitudin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vehicula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tellus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. Integer </a:t>
            </a:r>
            <a:r>
              <a:rPr lang="en-US" sz="1400" dirty="0" err="1">
                <a:solidFill>
                  <a:srgbClr val="2F2851"/>
                </a:solidFill>
              </a:rPr>
              <a:t>eget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sem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felis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Donec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sollicitudin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neque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eget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luctus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vulputate</a:t>
            </a:r>
            <a:r>
              <a:rPr lang="en-US" sz="1400" dirty="0">
                <a:solidFill>
                  <a:srgbClr val="2F2851"/>
                </a:solidFill>
              </a:rPr>
              <a:t>, magna </a:t>
            </a:r>
            <a:r>
              <a:rPr lang="en-US" sz="1400" dirty="0" err="1">
                <a:solidFill>
                  <a:srgbClr val="2F2851"/>
                </a:solidFill>
              </a:rPr>
              <a:t>sapien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mollis</a:t>
            </a:r>
            <a:r>
              <a:rPr lang="en-US" sz="1400" dirty="0">
                <a:solidFill>
                  <a:srgbClr val="2F2851"/>
                </a:solidFill>
              </a:rPr>
              <a:t> ipsum, </a:t>
            </a:r>
            <a:r>
              <a:rPr lang="en-US" sz="1400" dirty="0" err="1">
                <a:solidFill>
                  <a:srgbClr val="2F2851"/>
                </a:solidFill>
              </a:rPr>
              <a:t>eu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mi ex </a:t>
            </a:r>
            <a:r>
              <a:rPr lang="en-US" sz="1400" dirty="0" err="1">
                <a:solidFill>
                  <a:srgbClr val="2F2851"/>
                </a:solidFill>
              </a:rPr>
              <a:t>eget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arcu</a:t>
            </a:r>
            <a:r>
              <a:rPr lang="en-US" sz="1400" dirty="0">
                <a:solidFill>
                  <a:srgbClr val="2F2851"/>
                </a:solidFill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053E8-C518-4FEB-BC86-D4B14D82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EA34F-78A0-4ED4-A9FE-E825A58ED10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45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8D46CC9-1CB6-48B7-AA2F-4ACA4A7D13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4511" y="1309589"/>
            <a:ext cx="3026980" cy="4078014"/>
          </a:xfrm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5FB96-3BBC-4957-A3B9-6485CD0D7AE7}"/>
              </a:ext>
            </a:extLst>
          </p:cNvPr>
          <p:cNvSpPr txBox="1"/>
          <p:nvPr/>
        </p:nvSpPr>
        <p:spPr>
          <a:xfrm>
            <a:off x="7630510" y="903892"/>
            <a:ext cx="39624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TITLE </a:t>
            </a:r>
          </a:p>
          <a:p>
            <a:pPr algn="r"/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004B64-F6E4-49F3-ADDC-56B6DC21772F}"/>
              </a:ext>
            </a:extLst>
          </p:cNvPr>
          <p:cNvSpPr/>
          <p:nvPr/>
        </p:nvSpPr>
        <p:spPr>
          <a:xfrm>
            <a:off x="6761139" y="4215171"/>
            <a:ext cx="48317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 DOLOR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24257-D88C-4AD6-B47C-13F10B627556}"/>
              </a:ext>
            </a:extLst>
          </p:cNvPr>
          <p:cNvSpPr/>
          <p:nvPr/>
        </p:nvSpPr>
        <p:spPr>
          <a:xfrm>
            <a:off x="8712123" y="4694761"/>
            <a:ext cx="2831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consectetur</a:t>
            </a:r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 </a:t>
            </a:r>
            <a:r>
              <a:rPr lang="en-US" dirty="0" err="1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adipiscing</a:t>
            </a:r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32C71-6FB8-4F93-9B16-B2A719F5065E}"/>
              </a:ext>
            </a:extLst>
          </p:cNvPr>
          <p:cNvSpPr/>
          <p:nvPr/>
        </p:nvSpPr>
        <p:spPr>
          <a:xfrm>
            <a:off x="6822449" y="5064093"/>
            <a:ext cx="46891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79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667DD80-4DB2-4460-8C89-64344FD71D49}"/>
              </a:ext>
            </a:extLst>
          </p:cNvPr>
          <p:cNvSpPr/>
          <p:nvPr/>
        </p:nvSpPr>
        <p:spPr>
          <a:xfrm>
            <a:off x="4824248" y="767255"/>
            <a:ext cx="3005959" cy="3005959"/>
          </a:xfrm>
          <a:prstGeom prst="ellipse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2A749D-D527-4EBD-A949-E802E4BBAB18}"/>
              </a:ext>
            </a:extLst>
          </p:cNvPr>
          <p:cNvSpPr txBox="1"/>
          <p:nvPr/>
        </p:nvSpPr>
        <p:spPr>
          <a:xfrm>
            <a:off x="3305501" y="3884310"/>
            <a:ext cx="55809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</a:t>
            </a:r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85B7D-A53A-432C-B414-3556C5F4B2FD}"/>
              </a:ext>
            </a:extLst>
          </p:cNvPr>
          <p:cNvSpPr/>
          <p:nvPr/>
        </p:nvSpPr>
        <p:spPr>
          <a:xfrm>
            <a:off x="4263605" y="4616229"/>
            <a:ext cx="3664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 DOLOR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F0A01-924C-4949-BDB2-2D0C5A872797}"/>
              </a:ext>
            </a:extLst>
          </p:cNvPr>
          <p:cNvSpPr/>
          <p:nvPr/>
        </p:nvSpPr>
        <p:spPr>
          <a:xfrm>
            <a:off x="3629056" y="5077894"/>
            <a:ext cx="46891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08BFC3A-3BE6-4FE2-8FA1-F7484EF3E558}"/>
              </a:ext>
            </a:extLst>
          </p:cNvPr>
          <p:cNvSpPr/>
          <p:nvPr/>
        </p:nvSpPr>
        <p:spPr>
          <a:xfrm>
            <a:off x="4724399" y="767255"/>
            <a:ext cx="3005959" cy="3005959"/>
          </a:xfrm>
          <a:prstGeom prst="ellipse">
            <a:avLst/>
          </a:prstGeom>
          <a:solidFill>
            <a:srgbClr val="FAF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58840-88B9-4E7E-BC0B-3CF74D915BE2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4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6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22DE51-E5D9-42AA-9A8D-1F2214E374BE}"/>
              </a:ext>
            </a:extLst>
          </p:cNvPr>
          <p:cNvSpPr/>
          <p:nvPr/>
        </p:nvSpPr>
        <p:spPr>
          <a:xfrm>
            <a:off x="2035412" y="3901966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F88D50-34D6-4784-8B8C-B5CE3AFC6F98}"/>
              </a:ext>
            </a:extLst>
          </p:cNvPr>
          <p:cNvSpPr/>
          <p:nvPr/>
        </p:nvSpPr>
        <p:spPr>
          <a:xfrm>
            <a:off x="5377702" y="3901966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24AFA-4557-43D8-984E-44A6059E6AC5}"/>
              </a:ext>
            </a:extLst>
          </p:cNvPr>
          <p:cNvSpPr/>
          <p:nvPr/>
        </p:nvSpPr>
        <p:spPr>
          <a:xfrm>
            <a:off x="8719992" y="3901966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D8AFD-A960-4EF0-998D-643887844B72}"/>
              </a:ext>
            </a:extLst>
          </p:cNvPr>
          <p:cNvSpPr/>
          <p:nvPr/>
        </p:nvSpPr>
        <p:spPr>
          <a:xfrm>
            <a:off x="1429267" y="4363631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069CDE-A133-42A9-BD99-C81BC82976D5}"/>
              </a:ext>
            </a:extLst>
          </p:cNvPr>
          <p:cNvSpPr/>
          <p:nvPr/>
        </p:nvSpPr>
        <p:spPr>
          <a:xfrm>
            <a:off x="4741853" y="4363630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01321-1B09-448F-9E97-2497C656FA68}"/>
              </a:ext>
            </a:extLst>
          </p:cNvPr>
          <p:cNvSpPr/>
          <p:nvPr/>
        </p:nvSpPr>
        <p:spPr>
          <a:xfrm>
            <a:off x="8160231" y="4363630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61B27-F994-4299-9E6B-E4EB4FBF6068}"/>
              </a:ext>
            </a:extLst>
          </p:cNvPr>
          <p:cNvSpPr txBox="1"/>
          <p:nvPr/>
        </p:nvSpPr>
        <p:spPr>
          <a:xfrm>
            <a:off x="3717866" y="815272"/>
            <a:ext cx="73748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</a:t>
            </a:r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HERE</a:t>
            </a:r>
          </a:p>
        </p:txBody>
      </p:sp>
      <p:pic>
        <p:nvPicPr>
          <p:cNvPr id="10" name="Graphic 9" descr="Eye">
            <a:extLst>
              <a:ext uri="{FF2B5EF4-FFF2-40B4-BE49-F238E27FC236}">
                <a16:creationId xmlns:a16="http://schemas.microsoft.com/office/drawing/2014/main" id="{5554EADB-6847-4647-AA56-A11FF8174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3881" y="3185436"/>
            <a:ext cx="726629" cy="726629"/>
          </a:xfrm>
          <a:prstGeom prst="rect">
            <a:avLst/>
          </a:prstGeom>
        </p:spPr>
      </p:pic>
      <p:pic>
        <p:nvPicPr>
          <p:cNvPr id="12" name="Graphic 11" descr="Bullseye">
            <a:extLst>
              <a:ext uri="{FF2B5EF4-FFF2-40B4-BE49-F238E27FC236}">
                <a16:creationId xmlns:a16="http://schemas.microsoft.com/office/drawing/2014/main" id="{80126EEF-DE69-4E64-A34D-529CF4766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4741" y="3185436"/>
            <a:ext cx="684997" cy="684997"/>
          </a:xfrm>
          <a:prstGeom prst="rect">
            <a:avLst/>
          </a:prstGeom>
        </p:spPr>
      </p:pic>
      <p:pic>
        <p:nvPicPr>
          <p:cNvPr id="14" name="Graphic 13" descr="Head with gears">
            <a:extLst>
              <a:ext uri="{FF2B5EF4-FFF2-40B4-BE49-F238E27FC236}">
                <a16:creationId xmlns:a16="http://schemas.microsoft.com/office/drawing/2014/main" id="{D6DCB17F-E7A6-4E5C-8952-207D5B2B3C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7866" y="3166986"/>
            <a:ext cx="690311" cy="69031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37157C0-EC21-4377-879F-F9B64887B530}"/>
              </a:ext>
            </a:extLst>
          </p:cNvPr>
          <p:cNvSpPr/>
          <p:nvPr/>
        </p:nvSpPr>
        <p:spPr>
          <a:xfrm>
            <a:off x="4088524" y="1540262"/>
            <a:ext cx="70042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chemeClr val="accent4"/>
                </a:solidFill>
              </a:rPr>
              <a:t>Lorem ipsum dolor sit </a:t>
            </a:r>
            <a:r>
              <a:rPr lang="en-US" sz="1400" dirty="0" err="1">
                <a:solidFill>
                  <a:schemeClr val="accent4"/>
                </a:solidFill>
              </a:rPr>
              <a:t>amet</a:t>
            </a:r>
            <a:r>
              <a:rPr lang="en-US" sz="1400" dirty="0">
                <a:solidFill>
                  <a:schemeClr val="accent4"/>
                </a:solidFill>
              </a:rPr>
              <a:t>, </a:t>
            </a:r>
            <a:r>
              <a:rPr lang="en-US" sz="1400" dirty="0" err="1">
                <a:solidFill>
                  <a:schemeClr val="accent4"/>
                </a:solidFill>
              </a:rPr>
              <a:t>consectetur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adipiscing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elit</a:t>
            </a:r>
            <a:r>
              <a:rPr lang="en-US" sz="1400" dirty="0">
                <a:solidFill>
                  <a:schemeClr val="accent4"/>
                </a:solidFill>
              </a:rPr>
              <a:t>. Nam ac </a:t>
            </a:r>
            <a:r>
              <a:rPr lang="en-US" sz="1400" dirty="0" err="1">
                <a:solidFill>
                  <a:schemeClr val="accent4"/>
                </a:solidFill>
              </a:rPr>
              <a:t>est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finibus</a:t>
            </a:r>
            <a:r>
              <a:rPr lang="en-US" sz="1400" dirty="0">
                <a:solidFill>
                  <a:schemeClr val="accent4"/>
                </a:solidFill>
              </a:rPr>
              <a:t>, </a:t>
            </a:r>
            <a:r>
              <a:rPr lang="en-US" sz="1400" dirty="0" err="1">
                <a:solidFill>
                  <a:schemeClr val="accent4"/>
                </a:solidFill>
              </a:rPr>
              <a:t>auctor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eros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quis</a:t>
            </a:r>
            <a:r>
              <a:rPr lang="en-US" sz="1400" dirty="0">
                <a:solidFill>
                  <a:schemeClr val="accent4"/>
                </a:solidFill>
              </a:rPr>
              <a:t>, porta </a:t>
            </a:r>
            <a:r>
              <a:rPr lang="en-US" sz="1400" dirty="0" err="1">
                <a:solidFill>
                  <a:schemeClr val="accent4"/>
                </a:solidFill>
              </a:rPr>
              <a:t>mauris</a:t>
            </a:r>
            <a:r>
              <a:rPr lang="en-US" sz="1400" dirty="0">
                <a:solidFill>
                  <a:schemeClr val="accent4"/>
                </a:solidFill>
              </a:rPr>
              <a:t>. Maecenas </a:t>
            </a:r>
            <a:r>
              <a:rPr lang="en-US" sz="1400" dirty="0" err="1">
                <a:solidFill>
                  <a:schemeClr val="accent4"/>
                </a:solidFill>
              </a:rPr>
              <a:t>mattis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malesuada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metus</a:t>
            </a:r>
            <a:r>
              <a:rPr lang="en-US" sz="1400" dirty="0">
                <a:solidFill>
                  <a:schemeClr val="accent4"/>
                </a:solidFill>
              </a:rPr>
              <a:t>, sit </a:t>
            </a:r>
            <a:r>
              <a:rPr lang="en-US" sz="1400" dirty="0" err="1">
                <a:solidFill>
                  <a:schemeClr val="accent4"/>
                </a:solidFill>
              </a:rPr>
              <a:t>amet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hendrerit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mauris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imperdiet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tristique</a:t>
            </a:r>
            <a:r>
              <a:rPr lang="en-US" sz="1400" dirty="0">
                <a:solidFill>
                  <a:schemeClr val="accent4"/>
                </a:solidFill>
              </a:rPr>
              <a:t>. </a:t>
            </a:r>
            <a:r>
              <a:rPr lang="en-US" sz="1400" dirty="0" err="1">
                <a:solidFill>
                  <a:schemeClr val="accent4"/>
                </a:solidFill>
              </a:rPr>
              <a:t>Curabitur</a:t>
            </a:r>
            <a:r>
              <a:rPr lang="en-US" sz="1400" dirty="0">
                <a:solidFill>
                  <a:schemeClr val="accent4"/>
                </a:solidFill>
              </a:rPr>
              <a:t> vitae </a:t>
            </a:r>
            <a:r>
              <a:rPr lang="en-US" sz="1400" dirty="0" err="1">
                <a:solidFill>
                  <a:schemeClr val="accent4"/>
                </a:solidFill>
              </a:rPr>
              <a:t>venenatis</a:t>
            </a:r>
            <a:r>
              <a:rPr lang="en-US" sz="1400" dirty="0">
                <a:solidFill>
                  <a:schemeClr val="accent4"/>
                </a:solidFill>
              </a:rPr>
              <a:t> </a:t>
            </a:r>
            <a:r>
              <a:rPr lang="en-US" sz="1400" dirty="0" err="1">
                <a:solidFill>
                  <a:schemeClr val="accent4"/>
                </a:solidFill>
              </a:rPr>
              <a:t>nisl</a:t>
            </a:r>
            <a:r>
              <a:rPr lang="en-US" sz="1400" dirty="0">
                <a:solidFill>
                  <a:schemeClr val="accent4"/>
                </a:solidFill>
              </a:rPr>
              <a:t>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192AA-7537-47F2-88FC-CADB4654E393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2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2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1F0368-20DC-484E-B6AC-79BCAACCA6CA}"/>
              </a:ext>
            </a:extLst>
          </p:cNvPr>
          <p:cNvSpPr txBox="1"/>
          <p:nvPr/>
        </p:nvSpPr>
        <p:spPr>
          <a:xfrm>
            <a:off x="8650015" y="594555"/>
            <a:ext cx="27370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60</a:t>
            </a:r>
            <a:r>
              <a:rPr lang="en-US" sz="40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A614C-76E2-4032-92FE-491346A7B2EC}"/>
              </a:ext>
            </a:extLst>
          </p:cNvPr>
          <p:cNvSpPr/>
          <p:nvPr/>
        </p:nvSpPr>
        <p:spPr>
          <a:xfrm>
            <a:off x="8755494" y="1936092"/>
            <a:ext cx="25260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 DOLOR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BC49D-E3D3-455D-A4A1-992A0990ECAD}"/>
              </a:ext>
            </a:extLst>
          </p:cNvPr>
          <p:cNvSpPr txBox="1"/>
          <p:nvPr/>
        </p:nvSpPr>
        <p:spPr>
          <a:xfrm>
            <a:off x="467360" y="4091393"/>
            <a:ext cx="5738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1000</a:t>
            </a:r>
            <a:r>
              <a:rPr lang="en-US" sz="32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people</a:t>
            </a:r>
            <a:endParaRPr lang="en-US" sz="4000" dirty="0">
              <a:solidFill>
                <a:srgbClr val="2F2851"/>
              </a:solidFill>
              <a:latin typeface="Anakotmai Bold" panose="00000800000000000000" pitchFamily="2" charset="-34"/>
              <a:cs typeface="Anakotmai Bold" panose="000008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ECB5B-8DAF-4A50-8E7E-381C61F481C4}"/>
              </a:ext>
            </a:extLst>
          </p:cNvPr>
          <p:cNvSpPr/>
          <p:nvPr/>
        </p:nvSpPr>
        <p:spPr>
          <a:xfrm>
            <a:off x="1245853" y="5430220"/>
            <a:ext cx="46924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 DOLOR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0A46D-570F-4D5A-BFDE-9CD9FEB6A064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13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2A9039-243E-41D4-BC4E-261B9E919CB8}"/>
              </a:ext>
            </a:extLst>
          </p:cNvPr>
          <p:cNvSpPr/>
          <p:nvPr/>
        </p:nvSpPr>
        <p:spPr>
          <a:xfrm>
            <a:off x="9692640" y="2661277"/>
            <a:ext cx="2336800" cy="4078014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24935C-D786-412E-8EB6-7EB3DD21D1E0}"/>
              </a:ext>
            </a:extLst>
          </p:cNvPr>
          <p:cNvSpPr/>
          <p:nvPr/>
        </p:nvSpPr>
        <p:spPr>
          <a:xfrm>
            <a:off x="6721366" y="71120"/>
            <a:ext cx="2336800" cy="4078014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D653DE-C1EB-445B-AE62-F7137601B75F}"/>
              </a:ext>
            </a:extLst>
          </p:cNvPr>
          <p:cNvSpPr/>
          <p:nvPr/>
        </p:nvSpPr>
        <p:spPr>
          <a:xfrm>
            <a:off x="6599446" y="0"/>
            <a:ext cx="2336800" cy="4078014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7CD69C-1E0E-4023-A001-01C099656F74}"/>
              </a:ext>
            </a:extLst>
          </p:cNvPr>
          <p:cNvSpPr/>
          <p:nvPr/>
        </p:nvSpPr>
        <p:spPr>
          <a:xfrm>
            <a:off x="9580880" y="2779986"/>
            <a:ext cx="2336800" cy="4078014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5F3ED-AD38-482A-9FA6-61280663E6B7}"/>
              </a:ext>
            </a:extLst>
          </p:cNvPr>
          <p:cNvSpPr txBox="1"/>
          <p:nvPr/>
        </p:nvSpPr>
        <p:spPr>
          <a:xfrm>
            <a:off x="670560" y="3915454"/>
            <a:ext cx="11157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960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”</a:t>
            </a:r>
            <a:endParaRPr lang="en-US" sz="4000" dirty="0">
              <a:solidFill>
                <a:srgbClr val="FFC269"/>
              </a:solidFill>
              <a:latin typeface="Anakotmai Bold" panose="00000800000000000000" pitchFamily="2" charset="-34"/>
              <a:cs typeface="Anakotmai Bold" panose="000008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F8A72-7D3F-404C-A661-15D3FAA7754F}"/>
              </a:ext>
            </a:extLst>
          </p:cNvPr>
          <p:cNvSpPr/>
          <p:nvPr/>
        </p:nvSpPr>
        <p:spPr>
          <a:xfrm>
            <a:off x="994481" y="4746450"/>
            <a:ext cx="46891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8B277-61A1-44D8-BDD3-3431F05FD5F3}"/>
              </a:ext>
            </a:extLst>
          </p:cNvPr>
          <p:cNvSpPr txBox="1"/>
          <p:nvPr/>
        </p:nvSpPr>
        <p:spPr>
          <a:xfrm>
            <a:off x="994481" y="998765"/>
            <a:ext cx="386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</a:t>
            </a:r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467BDF-137D-49EF-B3B3-EBAAC3B9FA5F}"/>
              </a:ext>
            </a:extLst>
          </p:cNvPr>
          <p:cNvSpPr/>
          <p:nvPr/>
        </p:nvSpPr>
        <p:spPr>
          <a:xfrm>
            <a:off x="994481" y="2291945"/>
            <a:ext cx="2831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consectetur</a:t>
            </a:r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 </a:t>
            </a:r>
            <a:r>
              <a:rPr lang="en-US" dirty="0" err="1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adipiscing</a:t>
            </a:r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3201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6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17EC98-660F-4889-8C12-A62756338ACB}"/>
              </a:ext>
            </a:extLst>
          </p:cNvPr>
          <p:cNvSpPr/>
          <p:nvPr/>
        </p:nvSpPr>
        <p:spPr>
          <a:xfrm>
            <a:off x="1266628" y="2294145"/>
            <a:ext cx="2834640" cy="356616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5045A0-5C82-4D35-8A8A-3A279F316F6E}"/>
              </a:ext>
            </a:extLst>
          </p:cNvPr>
          <p:cNvSpPr/>
          <p:nvPr/>
        </p:nvSpPr>
        <p:spPr>
          <a:xfrm>
            <a:off x="8520868" y="2294145"/>
            <a:ext cx="2834640" cy="356616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7E0AB3-0878-44D2-8603-38AD245B7EFC}"/>
              </a:ext>
            </a:extLst>
          </p:cNvPr>
          <p:cNvSpPr/>
          <p:nvPr/>
        </p:nvSpPr>
        <p:spPr>
          <a:xfrm>
            <a:off x="4792148" y="2014906"/>
            <a:ext cx="3129282" cy="3936839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FF60B-1D59-41AB-AE31-4382AB11BB4A}"/>
              </a:ext>
            </a:extLst>
          </p:cNvPr>
          <p:cNvSpPr txBox="1"/>
          <p:nvPr/>
        </p:nvSpPr>
        <p:spPr>
          <a:xfrm>
            <a:off x="1158240" y="637941"/>
            <a:ext cx="5699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</a:t>
            </a:r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7B2F0-AC8F-4397-9ED5-0CD0FB7AF1E9}"/>
              </a:ext>
            </a:extLst>
          </p:cNvPr>
          <p:cNvSpPr/>
          <p:nvPr/>
        </p:nvSpPr>
        <p:spPr>
          <a:xfrm>
            <a:off x="1266628" y="1245465"/>
            <a:ext cx="28312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consectetur</a:t>
            </a:r>
            <a:r>
              <a:rPr lang="en-US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 </a:t>
            </a:r>
            <a:r>
              <a:rPr lang="en-US" dirty="0" err="1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adipiscing</a:t>
            </a:r>
            <a:r>
              <a:rPr lang="en-US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26F3B9-27BA-437E-9715-39595E26D0D5}"/>
              </a:ext>
            </a:extLst>
          </p:cNvPr>
          <p:cNvSpPr/>
          <p:nvPr/>
        </p:nvSpPr>
        <p:spPr>
          <a:xfrm>
            <a:off x="5279829" y="3012440"/>
            <a:ext cx="2153920" cy="416560"/>
          </a:xfrm>
          <a:prstGeom prst="roundRect">
            <a:avLst>
              <a:gd name="adj" fmla="val 43496"/>
            </a:avLst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DB931B-635A-47F6-8506-D70B38EB10E8}"/>
              </a:ext>
            </a:extLst>
          </p:cNvPr>
          <p:cNvSpPr/>
          <p:nvPr/>
        </p:nvSpPr>
        <p:spPr>
          <a:xfrm>
            <a:off x="5428464" y="3079988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1FF6F0-2F9D-4AA6-9FE2-F8EB82A6708B}"/>
              </a:ext>
            </a:extLst>
          </p:cNvPr>
          <p:cNvSpPr/>
          <p:nvPr/>
        </p:nvSpPr>
        <p:spPr>
          <a:xfrm>
            <a:off x="5005856" y="3619964"/>
            <a:ext cx="270186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566642-C492-43C1-A35D-C4085DB2C800}"/>
              </a:ext>
            </a:extLst>
          </p:cNvPr>
          <p:cNvSpPr/>
          <p:nvPr/>
        </p:nvSpPr>
        <p:spPr>
          <a:xfrm>
            <a:off x="1607433" y="3176786"/>
            <a:ext cx="2153920" cy="416560"/>
          </a:xfrm>
          <a:prstGeom prst="roundRect">
            <a:avLst>
              <a:gd name="adj" fmla="val 43496"/>
            </a:avLst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269929-C8DD-4CA5-8392-64F94AF369A3}"/>
              </a:ext>
            </a:extLst>
          </p:cNvPr>
          <p:cNvSpPr/>
          <p:nvPr/>
        </p:nvSpPr>
        <p:spPr>
          <a:xfrm>
            <a:off x="1756068" y="3244334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F1169C-2896-47FF-9372-C43F533033E7}"/>
              </a:ext>
            </a:extLst>
          </p:cNvPr>
          <p:cNvSpPr/>
          <p:nvPr/>
        </p:nvSpPr>
        <p:spPr>
          <a:xfrm>
            <a:off x="1333460" y="3784310"/>
            <a:ext cx="270186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E6279EF-D825-43A0-A253-02CDE32F06BF}"/>
              </a:ext>
            </a:extLst>
          </p:cNvPr>
          <p:cNvSpPr/>
          <p:nvPr/>
        </p:nvSpPr>
        <p:spPr>
          <a:xfrm>
            <a:off x="8880409" y="3239254"/>
            <a:ext cx="2153920" cy="416560"/>
          </a:xfrm>
          <a:prstGeom prst="roundRect">
            <a:avLst>
              <a:gd name="adj" fmla="val 43496"/>
            </a:avLst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C464D0-82D0-4F3F-A26A-0E8872603A07}"/>
              </a:ext>
            </a:extLst>
          </p:cNvPr>
          <p:cNvSpPr/>
          <p:nvPr/>
        </p:nvSpPr>
        <p:spPr>
          <a:xfrm>
            <a:off x="9029044" y="3306802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D50287-A7B6-4348-88F8-65520C709FB4}"/>
              </a:ext>
            </a:extLst>
          </p:cNvPr>
          <p:cNvSpPr/>
          <p:nvPr/>
        </p:nvSpPr>
        <p:spPr>
          <a:xfrm>
            <a:off x="8606436" y="3846778"/>
            <a:ext cx="270186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9C0BFD-F62E-48C7-B018-384560388F1E}"/>
              </a:ext>
            </a:extLst>
          </p:cNvPr>
          <p:cNvSpPr txBox="1"/>
          <p:nvPr/>
        </p:nvSpPr>
        <p:spPr>
          <a:xfrm>
            <a:off x="1679597" y="2512826"/>
            <a:ext cx="2005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BASIC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EE4747-002C-4D04-8331-BC3B7503277C}"/>
              </a:ext>
            </a:extLst>
          </p:cNvPr>
          <p:cNvSpPr txBox="1"/>
          <p:nvPr/>
        </p:nvSpPr>
        <p:spPr>
          <a:xfrm>
            <a:off x="8507362" y="2635936"/>
            <a:ext cx="2749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ADVANCE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17825D-9427-444E-AEBD-80E2E42C6D60}"/>
              </a:ext>
            </a:extLst>
          </p:cNvPr>
          <p:cNvSpPr txBox="1"/>
          <p:nvPr/>
        </p:nvSpPr>
        <p:spPr>
          <a:xfrm>
            <a:off x="5060570" y="2385513"/>
            <a:ext cx="2749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PRO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872639-AD8F-4650-AC88-1B48ECE21417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873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E5914F-17D5-4835-8C09-9CBB82DEC560}"/>
              </a:ext>
            </a:extLst>
          </p:cNvPr>
          <p:cNvSpPr/>
          <p:nvPr/>
        </p:nvSpPr>
        <p:spPr>
          <a:xfrm>
            <a:off x="965921" y="1362641"/>
            <a:ext cx="3428474" cy="460248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3526C6-ACA1-4C24-8F7E-34A4C9890857}"/>
              </a:ext>
            </a:extLst>
          </p:cNvPr>
          <p:cNvSpPr/>
          <p:nvPr/>
        </p:nvSpPr>
        <p:spPr>
          <a:xfrm>
            <a:off x="813521" y="1210241"/>
            <a:ext cx="3428474" cy="460248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B38440-EA2B-47D0-843B-33E981A5EB77}"/>
              </a:ext>
            </a:extLst>
          </p:cNvPr>
          <p:cNvSpPr/>
          <p:nvPr/>
        </p:nvSpPr>
        <p:spPr>
          <a:xfrm>
            <a:off x="5168637" y="3810000"/>
            <a:ext cx="6557754" cy="157480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4061E-0B65-4A2A-AF30-DF25734E4A85}"/>
              </a:ext>
            </a:extLst>
          </p:cNvPr>
          <p:cNvSpPr txBox="1"/>
          <p:nvPr/>
        </p:nvSpPr>
        <p:spPr>
          <a:xfrm>
            <a:off x="5441742" y="3925827"/>
            <a:ext cx="131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BD50E3-834A-4888-9547-C619B0016FF3}"/>
              </a:ext>
            </a:extLst>
          </p:cNvPr>
          <p:cNvSpPr/>
          <p:nvPr/>
        </p:nvSpPr>
        <p:spPr>
          <a:xfrm>
            <a:off x="6470721" y="4456741"/>
            <a:ext cx="46891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D422F-3DCB-4BBD-B9A2-0D895AB8EAF4}"/>
              </a:ext>
            </a:extLst>
          </p:cNvPr>
          <p:cNvSpPr txBox="1"/>
          <p:nvPr/>
        </p:nvSpPr>
        <p:spPr>
          <a:xfrm>
            <a:off x="6231459" y="3925827"/>
            <a:ext cx="2005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BASIC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7BDFD-EA95-4532-B28B-4E493A583FFE}"/>
              </a:ext>
            </a:extLst>
          </p:cNvPr>
          <p:cNvSpPr txBox="1"/>
          <p:nvPr/>
        </p:nvSpPr>
        <p:spPr>
          <a:xfrm>
            <a:off x="5269022" y="1210241"/>
            <a:ext cx="6128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5A4BF0-01C1-4207-981E-2D8887FE6A07}"/>
              </a:ext>
            </a:extLst>
          </p:cNvPr>
          <p:cNvSpPr/>
          <p:nvPr/>
        </p:nvSpPr>
        <p:spPr>
          <a:xfrm>
            <a:off x="5399465" y="1955116"/>
            <a:ext cx="50738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BBA764-8953-4340-8AA5-03AB2478FBB4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74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6564FD9-8630-46DA-8D0D-8B64E9AA6516}"/>
              </a:ext>
            </a:extLst>
          </p:cNvPr>
          <p:cNvGrpSpPr/>
          <p:nvPr/>
        </p:nvGrpSpPr>
        <p:grpSpPr>
          <a:xfrm>
            <a:off x="4009510" y="796618"/>
            <a:ext cx="3497563" cy="5117128"/>
            <a:chOff x="2891046" y="1869440"/>
            <a:chExt cx="2458720" cy="414913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A16273-1BD4-48D9-83AB-C4E231E47AAF}"/>
                </a:ext>
              </a:extLst>
            </p:cNvPr>
            <p:cNvSpPr/>
            <p:nvPr/>
          </p:nvSpPr>
          <p:spPr>
            <a:xfrm>
              <a:off x="3012966" y="1940560"/>
              <a:ext cx="2336800" cy="4078014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4F6766-D6CD-4211-BA98-8FFFF6D9C15E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9765797-85CC-4208-83E6-AFD898EA36EE}"/>
              </a:ext>
            </a:extLst>
          </p:cNvPr>
          <p:cNvSpPr txBox="1"/>
          <p:nvPr/>
        </p:nvSpPr>
        <p:spPr>
          <a:xfrm>
            <a:off x="7947556" y="1016080"/>
            <a:ext cx="1153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053C3-7589-4B63-B910-59C2E02C8BEC}"/>
              </a:ext>
            </a:extLst>
          </p:cNvPr>
          <p:cNvSpPr/>
          <p:nvPr/>
        </p:nvSpPr>
        <p:spPr>
          <a:xfrm>
            <a:off x="583625" y="4440065"/>
            <a:ext cx="289109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r>
              <a:rPr lang="en-US" sz="1400" dirty="0">
                <a:solidFill>
                  <a:srgbClr val="FFC269"/>
                </a:solidFill>
              </a:rPr>
              <a:t>,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hendrerit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imperdiet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tristique</a:t>
            </a:r>
            <a:r>
              <a:rPr lang="en-US" sz="1400" dirty="0">
                <a:solidFill>
                  <a:srgbClr val="FFC269"/>
                </a:solidFill>
              </a:rPr>
              <a:t>. </a:t>
            </a:r>
            <a:r>
              <a:rPr lang="en-US" sz="1400" dirty="0" err="1">
                <a:solidFill>
                  <a:srgbClr val="FFC269"/>
                </a:solidFill>
              </a:rPr>
              <a:t>Curabitur</a:t>
            </a:r>
            <a:r>
              <a:rPr lang="en-US" sz="1400" dirty="0">
                <a:solidFill>
                  <a:srgbClr val="FFC269"/>
                </a:solidFill>
              </a:rPr>
              <a:t> vitae </a:t>
            </a:r>
            <a:r>
              <a:rPr lang="en-US" sz="1400" dirty="0" err="1">
                <a:solidFill>
                  <a:srgbClr val="FFC269"/>
                </a:solidFill>
              </a:rPr>
              <a:t>venenatis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nisl</a:t>
            </a:r>
            <a:r>
              <a:rPr lang="en-US" sz="1400" dirty="0">
                <a:solidFill>
                  <a:srgbClr val="FFC269"/>
                </a:solidFill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89426A-AEC6-423D-961E-B6EE6C54E16A}"/>
              </a:ext>
            </a:extLst>
          </p:cNvPr>
          <p:cNvSpPr txBox="1"/>
          <p:nvPr/>
        </p:nvSpPr>
        <p:spPr>
          <a:xfrm>
            <a:off x="736025" y="2376102"/>
            <a:ext cx="338227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TITLE HERE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24D942-5670-4FBA-8140-8569C52E9993}"/>
              </a:ext>
            </a:extLst>
          </p:cNvPr>
          <p:cNvSpPr/>
          <p:nvPr/>
        </p:nvSpPr>
        <p:spPr>
          <a:xfrm>
            <a:off x="8859236" y="1016080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0D61-0751-4B88-B057-35EF5870CFC3}"/>
              </a:ext>
            </a:extLst>
          </p:cNvPr>
          <p:cNvSpPr/>
          <p:nvPr/>
        </p:nvSpPr>
        <p:spPr>
          <a:xfrm>
            <a:off x="8829959" y="1477745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16408-368C-4C44-8E5C-1998636C266A}"/>
              </a:ext>
            </a:extLst>
          </p:cNvPr>
          <p:cNvSpPr txBox="1"/>
          <p:nvPr/>
        </p:nvSpPr>
        <p:spPr>
          <a:xfrm>
            <a:off x="7918279" y="2893517"/>
            <a:ext cx="1153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5F7BB0-2B36-4A77-8984-B2A2736E850D}"/>
              </a:ext>
            </a:extLst>
          </p:cNvPr>
          <p:cNvSpPr/>
          <p:nvPr/>
        </p:nvSpPr>
        <p:spPr>
          <a:xfrm>
            <a:off x="8829959" y="2893517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E4C211-B9CD-4772-9655-572BCDEFB732}"/>
              </a:ext>
            </a:extLst>
          </p:cNvPr>
          <p:cNvSpPr/>
          <p:nvPr/>
        </p:nvSpPr>
        <p:spPr>
          <a:xfrm>
            <a:off x="8800682" y="3355182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EEFE9B-3DEA-409C-911C-7AFF87631B4F}"/>
              </a:ext>
            </a:extLst>
          </p:cNvPr>
          <p:cNvSpPr txBox="1"/>
          <p:nvPr/>
        </p:nvSpPr>
        <p:spPr>
          <a:xfrm>
            <a:off x="7889002" y="4624731"/>
            <a:ext cx="1153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B39E9E-B8BE-4932-8BF2-E85C69627B51}"/>
              </a:ext>
            </a:extLst>
          </p:cNvPr>
          <p:cNvSpPr/>
          <p:nvPr/>
        </p:nvSpPr>
        <p:spPr>
          <a:xfrm>
            <a:off x="8800682" y="4624731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C0298B-D5FC-421A-A534-55252BEFAC3E}"/>
              </a:ext>
            </a:extLst>
          </p:cNvPr>
          <p:cNvSpPr/>
          <p:nvPr/>
        </p:nvSpPr>
        <p:spPr>
          <a:xfrm>
            <a:off x="8771405" y="5086396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7C7D3F-1D8E-4A40-97B2-BEF28286B4A8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20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570D98-1238-4E86-AD7B-ABDB8A844AAF}"/>
              </a:ext>
            </a:extLst>
          </p:cNvPr>
          <p:cNvSpPr/>
          <p:nvPr/>
        </p:nvSpPr>
        <p:spPr>
          <a:xfrm>
            <a:off x="1092200" y="1035248"/>
            <a:ext cx="619760" cy="61976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2C3613-84ED-469D-A4B6-D5CD6CC250A9}"/>
              </a:ext>
            </a:extLst>
          </p:cNvPr>
          <p:cNvSpPr/>
          <p:nvPr/>
        </p:nvSpPr>
        <p:spPr>
          <a:xfrm>
            <a:off x="1005840" y="1797328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7467CB-B88E-4491-B275-CE16A3F9CC36}"/>
              </a:ext>
            </a:extLst>
          </p:cNvPr>
          <p:cNvSpPr/>
          <p:nvPr/>
        </p:nvSpPr>
        <p:spPr>
          <a:xfrm>
            <a:off x="1023963" y="2167553"/>
            <a:ext cx="25320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2F2851"/>
                </a:solidFill>
              </a:rPr>
              <a:t>Lorem ipsum dolor sit </a:t>
            </a:r>
            <a:r>
              <a:rPr lang="en-US" sz="1100" dirty="0" err="1">
                <a:solidFill>
                  <a:srgbClr val="2F2851"/>
                </a:solidFill>
              </a:rPr>
              <a:t>amet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consectetur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adipiscing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elit</a:t>
            </a:r>
            <a:r>
              <a:rPr lang="en-US" sz="1100" dirty="0">
                <a:solidFill>
                  <a:srgbClr val="2F2851"/>
                </a:solidFill>
              </a:rPr>
              <a:t>. Nam ac </a:t>
            </a:r>
            <a:r>
              <a:rPr lang="en-US" sz="1100" dirty="0" err="1">
                <a:solidFill>
                  <a:srgbClr val="2F2851"/>
                </a:solidFill>
              </a:rPr>
              <a:t>est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finibus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auctor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eros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quis</a:t>
            </a:r>
            <a:r>
              <a:rPr lang="en-US" sz="1100" dirty="0">
                <a:solidFill>
                  <a:srgbClr val="2F2851"/>
                </a:solidFill>
              </a:rPr>
              <a:t>, porta </a:t>
            </a:r>
            <a:r>
              <a:rPr lang="en-US" sz="1100" dirty="0" err="1">
                <a:solidFill>
                  <a:srgbClr val="2F2851"/>
                </a:solidFill>
              </a:rPr>
              <a:t>mauris</a:t>
            </a:r>
            <a:r>
              <a:rPr lang="en-US" sz="1100" dirty="0">
                <a:solidFill>
                  <a:srgbClr val="2F2851"/>
                </a:solidFill>
              </a:rPr>
              <a:t>. Maecenas </a:t>
            </a:r>
            <a:r>
              <a:rPr lang="en-US" sz="1100" dirty="0" err="1">
                <a:solidFill>
                  <a:srgbClr val="2F2851"/>
                </a:solidFill>
              </a:rPr>
              <a:t>mattis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malesuada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metus</a:t>
            </a:r>
            <a:endParaRPr lang="en-US" sz="1100" dirty="0">
              <a:solidFill>
                <a:srgbClr val="2F285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EDEC34-D8E8-4FA0-9A86-4BCF47AC35BA}"/>
              </a:ext>
            </a:extLst>
          </p:cNvPr>
          <p:cNvSpPr/>
          <p:nvPr/>
        </p:nvSpPr>
        <p:spPr>
          <a:xfrm>
            <a:off x="4142994" y="1035248"/>
            <a:ext cx="619760" cy="61976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B20DC7-5742-422F-B82D-812A5F92828F}"/>
              </a:ext>
            </a:extLst>
          </p:cNvPr>
          <p:cNvSpPr/>
          <p:nvPr/>
        </p:nvSpPr>
        <p:spPr>
          <a:xfrm>
            <a:off x="4056634" y="1797328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788A2F-AB53-49FA-8E2A-870BFB89F471}"/>
              </a:ext>
            </a:extLst>
          </p:cNvPr>
          <p:cNvSpPr/>
          <p:nvPr/>
        </p:nvSpPr>
        <p:spPr>
          <a:xfrm>
            <a:off x="4074757" y="2167553"/>
            <a:ext cx="25320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2F2851"/>
                </a:solidFill>
              </a:rPr>
              <a:t>Lorem ipsum dolor sit </a:t>
            </a:r>
            <a:r>
              <a:rPr lang="en-US" sz="1100" dirty="0" err="1">
                <a:solidFill>
                  <a:srgbClr val="2F2851"/>
                </a:solidFill>
              </a:rPr>
              <a:t>amet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consectetur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adipiscing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elit</a:t>
            </a:r>
            <a:r>
              <a:rPr lang="en-US" sz="1100" dirty="0">
                <a:solidFill>
                  <a:srgbClr val="2F2851"/>
                </a:solidFill>
              </a:rPr>
              <a:t>. Nam ac </a:t>
            </a:r>
            <a:r>
              <a:rPr lang="en-US" sz="1100" dirty="0" err="1">
                <a:solidFill>
                  <a:srgbClr val="2F2851"/>
                </a:solidFill>
              </a:rPr>
              <a:t>est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finibus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auctor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eros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quis</a:t>
            </a:r>
            <a:r>
              <a:rPr lang="en-US" sz="1100" dirty="0">
                <a:solidFill>
                  <a:srgbClr val="2F2851"/>
                </a:solidFill>
              </a:rPr>
              <a:t>, porta </a:t>
            </a:r>
            <a:r>
              <a:rPr lang="en-US" sz="1100" dirty="0" err="1">
                <a:solidFill>
                  <a:srgbClr val="2F2851"/>
                </a:solidFill>
              </a:rPr>
              <a:t>mauris</a:t>
            </a:r>
            <a:r>
              <a:rPr lang="en-US" sz="1100" dirty="0">
                <a:solidFill>
                  <a:srgbClr val="2F2851"/>
                </a:solidFill>
              </a:rPr>
              <a:t>. Maecenas </a:t>
            </a:r>
            <a:r>
              <a:rPr lang="en-US" sz="1100" dirty="0" err="1">
                <a:solidFill>
                  <a:srgbClr val="2F2851"/>
                </a:solidFill>
              </a:rPr>
              <a:t>mattis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malesuada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metus</a:t>
            </a:r>
            <a:endParaRPr lang="en-US" sz="1100" dirty="0">
              <a:solidFill>
                <a:srgbClr val="2F285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AF5383-26CC-474B-9B94-017580B78E9B}"/>
              </a:ext>
            </a:extLst>
          </p:cNvPr>
          <p:cNvSpPr/>
          <p:nvPr/>
        </p:nvSpPr>
        <p:spPr>
          <a:xfrm>
            <a:off x="1074077" y="3843008"/>
            <a:ext cx="619760" cy="61976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AD2060-5EC8-4FED-88FE-FDFD1DCE328A}"/>
              </a:ext>
            </a:extLst>
          </p:cNvPr>
          <p:cNvSpPr/>
          <p:nvPr/>
        </p:nvSpPr>
        <p:spPr>
          <a:xfrm>
            <a:off x="987717" y="4605088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4E1BBA-567F-4297-894C-1DA6207D0ABC}"/>
              </a:ext>
            </a:extLst>
          </p:cNvPr>
          <p:cNvSpPr/>
          <p:nvPr/>
        </p:nvSpPr>
        <p:spPr>
          <a:xfrm>
            <a:off x="1005840" y="4975313"/>
            <a:ext cx="25320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2F2851"/>
                </a:solidFill>
              </a:rPr>
              <a:t>Lorem ipsum dolor sit </a:t>
            </a:r>
            <a:r>
              <a:rPr lang="en-US" sz="1100" dirty="0" err="1">
                <a:solidFill>
                  <a:srgbClr val="2F2851"/>
                </a:solidFill>
              </a:rPr>
              <a:t>amet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consectetur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adipiscing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elit</a:t>
            </a:r>
            <a:r>
              <a:rPr lang="en-US" sz="1100" dirty="0">
                <a:solidFill>
                  <a:srgbClr val="2F2851"/>
                </a:solidFill>
              </a:rPr>
              <a:t>. Nam ac </a:t>
            </a:r>
            <a:r>
              <a:rPr lang="en-US" sz="1100" dirty="0" err="1">
                <a:solidFill>
                  <a:srgbClr val="2F2851"/>
                </a:solidFill>
              </a:rPr>
              <a:t>est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finibus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auctor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eros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quis</a:t>
            </a:r>
            <a:r>
              <a:rPr lang="en-US" sz="1100" dirty="0">
                <a:solidFill>
                  <a:srgbClr val="2F2851"/>
                </a:solidFill>
              </a:rPr>
              <a:t>, porta </a:t>
            </a:r>
            <a:r>
              <a:rPr lang="en-US" sz="1100" dirty="0" err="1">
                <a:solidFill>
                  <a:srgbClr val="2F2851"/>
                </a:solidFill>
              </a:rPr>
              <a:t>mauris</a:t>
            </a:r>
            <a:r>
              <a:rPr lang="en-US" sz="1100" dirty="0">
                <a:solidFill>
                  <a:srgbClr val="2F2851"/>
                </a:solidFill>
              </a:rPr>
              <a:t>. Maecenas </a:t>
            </a:r>
            <a:r>
              <a:rPr lang="en-US" sz="1100" dirty="0" err="1">
                <a:solidFill>
                  <a:srgbClr val="2F2851"/>
                </a:solidFill>
              </a:rPr>
              <a:t>mattis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malesuada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metus</a:t>
            </a:r>
            <a:endParaRPr lang="en-US" sz="1100" dirty="0">
              <a:solidFill>
                <a:srgbClr val="2F285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4807B-16C1-4FC8-B498-211001E3DBA0}"/>
              </a:ext>
            </a:extLst>
          </p:cNvPr>
          <p:cNvSpPr/>
          <p:nvPr/>
        </p:nvSpPr>
        <p:spPr>
          <a:xfrm>
            <a:off x="4142994" y="3843008"/>
            <a:ext cx="619760" cy="61976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8D848D-A3B4-4043-AEF1-D406DF341815}"/>
              </a:ext>
            </a:extLst>
          </p:cNvPr>
          <p:cNvSpPr/>
          <p:nvPr/>
        </p:nvSpPr>
        <p:spPr>
          <a:xfrm>
            <a:off x="4056634" y="4605088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D3B75D-517F-4CC6-B106-7BA50DE64DF8}"/>
              </a:ext>
            </a:extLst>
          </p:cNvPr>
          <p:cNvSpPr/>
          <p:nvPr/>
        </p:nvSpPr>
        <p:spPr>
          <a:xfrm>
            <a:off x="4074757" y="4975313"/>
            <a:ext cx="25320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2F2851"/>
                </a:solidFill>
              </a:rPr>
              <a:t>Lorem ipsum dolor sit </a:t>
            </a:r>
            <a:r>
              <a:rPr lang="en-US" sz="1100" dirty="0" err="1">
                <a:solidFill>
                  <a:srgbClr val="2F2851"/>
                </a:solidFill>
              </a:rPr>
              <a:t>amet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consectetur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adipiscing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elit</a:t>
            </a:r>
            <a:r>
              <a:rPr lang="en-US" sz="1100" dirty="0">
                <a:solidFill>
                  <a:srgbClr val="2F2851"/>
                </a:solidFill>
              </a:rPr>
              <a:t>. Nam ac </a:t>
            </a:r>
            <a:r>
              <a:rPr lang="en-US" sz="1100" dirty="0" err="1">
                <a:solidFill>
                  <a:srgbClr val="2F2851"/>
                </a:solidFill>
              </a:rPr>
              <a:t>est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finibus</a:t>
            </a:r>
            <a:r>
              <a:rPr lang="en-US" sz="1100" dirty="0">
                <a:solidFill>
                  <a:srgbClr val="2F2851"/>
                </a:solidFill>
              </a:rPr>
              <a:t>, </a:t>
            </a:r>
            <a:r>
              <a:rPr lang="en-US" sz="1100" dirty="0" err="1">
                <a:solidFill>
                  <a:srgbClr val="2F2851"/>
                </a:solidFill>
              </a:rPr>
              <a:t>auctor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eros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quis</a:t>
            </a:r>
            <a:r>
              <a:rPr lang="en-US" sz="1100" dirty="0">
                <a:solidFill>
                  <a:srgbClr val="2F2851"/>
                </a:solidFill>
              </a:rPr>
              <a:t>, porta </a:t>
            </a:r>
            <a:r>
              <a:rPr lang="en-US" sz="1100" dirty="0" err="1">
                <a:solidFill>
                  <a:srgbClr val="2F2851"/>
                </a:solidFill>
              </a:rPr>
              <a:t>mauris</a:t>
            </a:r>
            <a:r>
              <a:rPr lang="en-US" sz="1100" dirty="0">
                <a:solidFill>
                  <a:srgbClr val="2F2851"/>
                </a:solidFill>
              </a:rPr>
              <a:t>. Maecenas </a:t>
            </a:r>
            <a:r>
              <a:rPr lang="en-US" sz="1100" dirty="0" err="1">
                <a:solidFill>
                  <a:srgbClr val="2F2851"/>
                </a:solidFill>
              </a:rPr>
              <a:t>mattis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malesuada</a:t>
            </a:r>
            <a:r>
              <a:rPr lang="en-US" sz="1100" dirty="0">
                <a:solidFill>
                  <a:srgbClr val="2F2851"/>
                </a:solidFill>
              </a:rPr>
              <a:t> </a:t>
            </a:r>
            <a:r>
              <a:rPr lang="en-US" sz="1100" dirty="0" err="1">
                <a:solidFill>
                  <a:srgbClr val="2F2851"/>
                </a:solidFill>
              </a:rPr>
              <a:t>metus</a:t>
            </a:r>
            <a:endParaRPr lang="en-US" sz="1100" dirty="0">
              <a:solidFill>
                <a:srgbClr val="2F2851"/>
              </a:solidFill>
            </a:endParaRPr>
          </a:p>
        </p:txBody>
      </p:sp>
      <p:pic>
        <p:nvPicPr>
          <p:cNvPr id="19" name="Graphic 18" descr="Bullseye">
            <a:extLst>
              <a:ext uri="{FF2B5EF4-FFF2-40B4-BE49-F238E27FC236}">
                <a16:creationId xmlns:a16="http://schemas.microsoft.com/office/drawing/2014/main" id="{F77B682F-6740-46F6-B100-973561882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0439" y="3945957"/>
            <a:ext cx="457200" cy="457200"/>
          </a:xfrm>
          <a:prstGeom prst="rect">
            <a:avLst/>
          </a:prstGeom>
        </p:spPr>
      </p:pic>
      <p:pic>
        <p:nvPicPr>
          <p:cNvPr id="21" name="Graphic 20" descr="Magnifying glass">
            <a:extLst>
              <a:ext uri="{FF2B5EF4-FFF2-40B4-BE49-F238E27FC236}">
                <a16:creationId xmlns:a16="http://schemas.microsoft.com/office/drawing/2014/main" id="{CE8CF24E-D621-4AEB-B79A-0E35B3826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6531" y="3902618"/>
            <a:ext cx="500539" cy="500539"/>
          </a:xfrm>
          <a:prstGeom prst="rect">
            <a:avLst/>
          </a:prstGeom>
        </p:spPr>
      </p:pic>
      <p:pic>
        <p:nvPicPr>
          <p:cNvPr id="23" name="Graphic 22" descr="Trophy">
            <a:extLst>
              <a:ext uri="{FF2B5EF4-FFF2-40B4-BE49-F238E27FC236}">
                <a16:creationId xmlns:a16="http://schemas.microsoft.com/office/drawing/2014/main" id="{059E4139-5CBC-4FB1-B655-9B63183FF9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9748" y="1080244"/>
            <a:ext cx="545846" cy="545846"/>
          </a:xfrm>
          <a:prstGeom prst="rect">
            <a:avLst/>
          </a:prstGeom>
        </p:spPr>
      </p:pic>
      <p:pic>
        <p:nvPicPr>
          <p:cNvPr id="25" name="Graphic 24" descr="Coins">
            <a:extLst>
              <a:ext uri="{FF2B5EF4-FFF2-40B4-BE49-F238E27FC236}">
                <a16:creationId xmlns:a16="http://schemas.microsoft.com/office/drawing/2014/main" id="{CF4BC687-F62F-425D-AB9E-37F12B9E38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7878" y="1116528"/>
            <a:ext cx="457200" cy="4572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D796C62-07EE-4D3D-BA90-F4D63F64ED3F}"/>
              </a:ext>
            </a:extLst>
          </p:cNvPr>
          <p:cNvGrpSpPr/>
          <p:nvPr/>
        </p:nvGrpSpPr>
        <p:grpSpPr>
          <a:xfrm>
            <a:off x="7331830" y="715338"/>
            <a:ext cx="3497563" cy="5117128"/>
            <a:chOff x="2891046" y="1869440"/>
            <a:chExt cx="2458720" cy="414913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FC7A5E8-2B49-4615-848D-5C7A8360C527}"/>
                </a:ext>
              </a:extLst>
            </p:cNvPr>
            <p:cNvSpPr/>
            <p:nvPr/>
          </p:nvSpPr>
          <p:spPr>
            <a:xfrm>
              <a:off x="3012966" y="1940560"/>
              <a:ext cx="2336800" cy="4078014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6B484D-30B1-493D-918B-F406B2B24F1A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6342CFBF-54CB-4539-B935-3CE5DD8F3ED5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74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4CC0792-1F29-4748-A989-5B67F09C33C4}"/>
              </a:ext>
            </a:extLst>
          </p:cNvPr>
          <p:cNvGrpSpPr/>
          <p:nvPr/>
        </p:nvGrpSpPr>
        <p:grpSpPr>
          <a:xfrm>
            <a:off x="0" y="306001"/>
            <a:ext cx="12192000" cy="2855490"/>
            <a:chOff x="0" y="468561"/>
            <a:chExt cx="3580874" cy="285549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C89DAD-07D6-42C4-9AF9-F3D6A3922916}"/>
                </a:ext>
              </a:extLst>
            </p:cNvPr>
            <p:cNvSpPr/>
            <p:nvPr/>
          </p:nvSpPr>
          <p:spPr>
            <a:xfrm>
              <a:off x="152400" y="663332"/>
              <a:ext cx="3428474" cy="2660719"/>
            </a:xfrm>
            <a:prstGeom prst="rect">
              <a:avLst/>
            </a:prstGeom>
            <a:solidFill>
              <a:srgbClr val="2F28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C39AA8-B96F-4BD9-A2DC-8B33595FA27F}"/>
                </a:ext>
              </a:extLst>
            </p:cNvPr>
            <p:cNvSpPr/>
            <p:nvPr/>
          </p:nvSpPr>
          <p:spPr>
            <a:xfrm>
              <a:off x="0" y="468561"/>
              <a:ext cx="3527161" cy="2660719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F832D8E-F992-4E75-B418-236DCDCB2043}"/>
              </a:ext>
            </a:extLst>
          </p:cNvPr>
          <p:cNvSpPr txBox="1"/>
          <p:nvPr/>
        </p:nvSpPr>
        <p:spPr>
          <a:xfrm>
            <a:off x="827465" y="3429000"/>
            <a:ext cx="93630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TITLE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D36B11-24C5-458E-A25C-708F34BA5DB3}"/>
              </a:ext>
            </a:extLst>
          </p:cNvPr>
          <p:cNvSpPr/>
          <p:nvPr/>
        </p:nvSpPr>
        <p:spPr>
          <a:xfrm>
            <a:off x="3876752" y="4708802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5948DA-0713-475C-BC80-1790808C14D3}"/>
              </a:ext>
            </a:extLst>
          </p:cNvPr>
          <p:cNvSpPr/>
          <p:nvPr/>
        </p:nvSpPr>
        <p:spPr>
          <a:xfrm>
            <a:off x="3876752" y="5142706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BFCC8-4BD5-421C-BAC9-3F1F4EAB031D}"/>
              </a:ext>
            </a:extLst>
          </p:cNvPr>
          <p:cNvSpPr/>
          <p:nvPr/>
        </p:nvSpPr>
        <p:spPr>
          <a:xfrm>
            <a:off x="7707072" y="4708802"/>
            <a:ext cx="2372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74D0FB-E053-440E-B248-50CAF1E0E3C5}"/>
              </a:ext>
            </a:extLst>
          </p:cNvPr>
          <p:cNvSpPr/>
          <p:nvPr/>
        </p:nvSpPr>
        <p:spPr>
          <a:xfrm>
            <a:off x="7707072" y="5142706"/>
            <a:ext cx="2978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endParaRPr lang="en-US" sz="1400" dirty="0">
              <a:solidFill>
                <a:srgbClr val="2F285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81A562-472B-4239-9C24-7C8D53CF5C32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05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2D34C0-7071-40B6-A299-270D880B8847}"/>
              </a:ext>
            </a:extLst>
          </p:cNvPr>
          <p:cNvGrpSpPr/>
          <p:nvPr/>
        </p:nvGrpSpPr>
        <p:grpSpPr>
          <a:xfrm>
            <a:off x="0" y="1835949"/>
            <a:ext cx="3467083" cy="3795702"/>
            <a:chOff x="2891046" y="1869440"/>
            <a:chExt cx="2437294" cy="426859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4E5D36-FDB1-43E0-AA56-C42541206713}"/>
                </a:ext>
              </a:extLst>
            </p:cNvPr>
            <p:cNvSpPr/>
            <p:nvPr/>
          </p:nvSpPr>
          <p:spPr>
            <a:xfrm>
              <a:off x="299154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D95215A-D94B-4856-8349-EC03AA0E300D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D8A6F0F-F564-4A41-B88E-0C9281A09FFA}"/>
              </a:ext>
            </a:extLst>
          </p:cNvPr>
          <p:cNvGrpSpPr/>
          <p:nvPr/>
        </p:nvGrpSpPr>
        <p:grpSpPr>
          <a:xfrm>
            <a:off x="8867873" y="1835949"/>
            <a:ext cx="3467083" cy="3795452"/>
            <a:chOff x="2891046" y="1869440"/>
            <a:chExt cx="2437294" cy="426859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09DFC55-9C15-4BE3-9A39-03BF7621217F}"/>
                </a:ext>
              </a:extLst>
            </p:cNvPr>
            <p:cNvSpPr/>
            <p:nvPr/>
          </p:nvSpPr>
          <p:spPr>
            <a:xfrm>
              <a:off x="299154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A547D7-50C5-4BB9-8B81-23E2C9FE0A89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9CCC601-B76B-4FE8-9F5E-B4FAF4A17DCB}"/>
              </a:ext>
            </a:extLst>
          </p:cNvPr>
          <p:cNvSpPr txBox="1"/>
          <p:nvPr/>
        </p:nvSpPr>
        <p:spPr>
          <a:xfrm>
            <a:off x="3290261" y="766510"/>
            <a:ext cx="5715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TITLE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C9A104-4098-4033-8FDF-BF448CC172FE}"/>
              </a:ext>
            </a:extLst>
          </p:cNvPr>
          <p:cNvSpPr/>
          <p:nvPr/>
        </p:nvSpPr>
        <p:spPr>
          <a:xfrm>
            <a:off x="4457472" y="2967335"/>
            <a:ext cx="3664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 DOLOR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B452D5-7303-4CAD-AD73-582751E7866F}"/>
              </a:ext>
            </a:extLst>
          </p:cNvPr>
          <p:cNvSpPr/>
          <p:nvPr/>
        </p:nvSpPr>
        <p:spPr>
          <a:xfrm>
            <a:off x="3822923" y="3429000"/>
            <a:ext cx="468910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endParaRPr lang="en-US" sz="1400" dirty="0">
              <a:solidFill>
                <a:srgbClr val="FFC26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DFB76A-0E43-47AA-AAC9-F017DCFDBF01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73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20E5F9-F8EA-44A1-8269-7F5EFE4536E8}"/>
              </a:ext>
            </a:extLst>
          </p:cNvPr>
          <p:cNvSpPr txBox="1"/>
          <p:nvPr/>
        </p:nvSpPr>
        <p:spPr>
          <a:xfrm>
            <a:off x="0" y="187100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6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01</a:t>
            </a:r>
            <a:endParaRPr lang="en-US" sz="5400" dirty="0">
              <a:solidFill>
                <a:srgbClr val="2F2851"/>
              </a:solidFill>
              <a:latin typeface="Anakotmai Bold" panose="00000800000000000000" pitchFamily="2" charset="-34"/>
              <a:cs typeface="Anakotmai Bold" panose="00000800000000000000" pitchFamily="2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3D973-D07A-494C-9ACF-A8C61AC7F8C0}"/>
              </a:ext>
            </a:extLst>
          </p:cNvPr>
          <p:cNvSpPr txBox="1"/>
          <p:nvPr/>
        </p:nvSpPr>
        <p:spPr>
          <a:xfrm>
            <a:off x="6276340" y="4337773"/>
            <a:ext cx="500702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6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02</a:t>
            </a:r>
            <a:endParaRPr lang="en-US" sz="5400" dirty="0">
              <a:solidFill>
                <a:srgbClr val="2F2851"/>
              </a:solidFill>
              <a:latin typeface="Anakotmai Bold" panose="00000800000000000000" pitchFamily="2" charset="-34"/>
              <a:cs typeface="Anakotmai Bold" panose="00000800000000000000" pitchFamily="2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E086A-3DDA-43A8-93A1-0105C7AD3442}"/>
              </a:ext>
            </a:extLst>
          </p:cNvPr>
          <p:cNvSpPr txBox="1"/>
          <p:nvPr/>
        </p:nvSpPr>
        <p:spPr>
          <a:xfrm>
            <a:off x="1432560" y="2634993"/>
            <a:ext cx="4269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 </a:t>
            </a:r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F158D-F972-44E6-8D57-8EAEB6E07874}"/>
              </a:ext>
            </a:extLst>
          </p:cNvPr>
          <p:cNvSpPr/>
          <p:nvPr/>
        </p:nvSpPr>
        <p:spPr>
          <a:xfrm>
            <a:off x="1432560" y="4036446"/>
            <a:ext cx="42695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F331A-CDF7-4551-992E-529949D4713A}"/>
              </a:ext>
            </a:extLst>
          </p:cNvPr>
          <p:cNvSpPr txBox="1"/>
          <p:nvPr/>
        </p:nvSpPr>
        <p:spPr>
          <a:xfrm>
            <a:off x="7036642" y="607703"/>
            <a:ext cx="4269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</a:t>
            </a:r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5F3B92-7DB5-4257-8E7A-F767A87B46FF}"/>
              </a:ext>
            </a:extLst>
          </p:cNvPr>
          <p:cNvSpPr/>
          <p:nvPr/>
        </p:nvSpPr>
        <p:spPr>
          <a:xfrm>
            <a:off x="7036642" y="2009156"/>
            <a:ext cx="42695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58A3D2-5D46-4A6D-AF63-399BA69D431C}"/>
              </a:ext>
            </a:extLst>
          </p:cNvPr>
          <p:cNvSpPr/>
          <p:nvPr/>
        </p:nvSpPr>
        <p:spPr>
          <a:xfrm>
            <a:off x="11014842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D551F0-9068-4890-8894-0F111D9F15E4}"/>
              </a:ext>
            </a:extLst>
          </p:cNvPr>
          <p:cNvSpPr/>
          <p:nvPr/>
        </p:nvSpPr>
        <p:spPr>
          <a:xfrm>
            <a:off x="11004838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94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5703D0-7E8F-4391-9C5B-F48005036967}"/>
              </a:ext>
            </a:extLst>
          </p:cNvPr>
          <p:cNvGrpSpPr/>
          <p:nvPr/>
        </p:nvGrpSpPr>
        <p:grpSpPr>
          <a:xfrm>
            <a:off x="4516995" y="1340069"/>
            <a:ext cx="3158009" cy="4177862"/>
            <a:chOff x="4425206" y="1389993"/>
            <a:chExt cx="3158009" cy="417786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C5D325E-217C-44C8-9EAE-20DD43D728CF}"/>
                </a:ext>
              </a:extLst>
            </p:cNvPr>
            <p:cNvSpPr/>
            <p:nvPr/>
          </p:nvSpPr>
          <p:spPr>
            <a:xfrm>
              <a:off x="4556235" y="1489841"/>
              <a:ext cx="3026980" cy="4078014"/>
            </a:xfrm>
            <a:prstGeom prst="rect">
              <a:avLst/>
            </a:prstGeom>
            <a:solidFill>
              <a:srgbClr val="2F28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162826-BC24-4D00-AD5F-DDF79C7EF822}"/>
                </a:ext>
              </a:extLst>
            </p:cNvPr>
            <p:cNvSpPr/>
            <p:nvPr/>
          </p:nvSpPr>
          <p:spPr>
            <a:xfrm>
              <a:off x="4425206" y="1389993"/>
              <a:ext cx="302698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C2D6B72-2D4D-4C2D-9147-2B5187EFF13D}"/>
              </a:ext>
            </a:extLst>
          </p:cNvPr>
          <p:cNvSpPr txBox="1"/>
          <p:nvPr/>
        </p:nvSpPr>
        <p:spPr>
          <a:xfrm>
            <a:off x="423565" y="1703914"/>
            <a:ext cx="39624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TITLE </a:t>
            </a:r>
          </a:p>
          <a:p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HERE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5FCF2D-4549-4B15-9070-534ACC2F1085}"/>
              </a:ext>
            </a:extLst>
          </p:cNvPr>
          <p:cNvSpPr/>
          <p:nvPr/>
        </p:nvSpPr>
        <p:spPr>
          <a:xfrm>
            <a:off x="423565" y="3473728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88255A-95EE-4610-AEAE-4370AD106152}"/>
              </a:ext>
            </a:extLst>
          </p:cNvPr>
          <p:cNvSpPr/>
          <p:nvPr/>
        </p:nvSpPr>
        <p:spPr>
          <a:xfrm>
            <a:off x="423565" y="3942908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C773C4-034A-4476-BBDB-ECB9EB8BDFEF}"/>
              </a:ext>
            </a:extLst>
          </p:cNvPr>
          <p:cNvSpPr/>
          <p:nvPr/>
        </p:nvSpPr>
        <p:spPr>
          <a:xfrm>
            <a:off x="8084205" y="1340069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48B1DD-B65E-4110-84D6-DE253AE0322F}"/>
              </a:ext>
            </a:extLst>
          </p:cNvPr>
          <p:cNvSpPr/>
          <p:nvPr/>
        </p:nvSpPr>
        <p:spPr>
          <a:xfrm>
            <a:off x="8181484" y="4343017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9273B3-052B-411B-B27B-9109F535ADB6}"/>
              </a:ext>
            </a:extLst>
          </p:cNvPr>
          <p:cNvSpPr/>
          <p:nvPr/>
        </p:nvSpPr>
        <p:spPr>
          <a:xfrm>
            <a:off x="11004838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152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4999099-B71C-442C-A3D1-70C57ED5D268}"/>
              </a:ext>
            </a:extLst>
          </p:cNvPr>
          <p:cNvGrpSpPr/>
          <p:nvPr/>
        </p:nvGrpSpPr>
        <p:grpSpPr>
          <a:xfrm>
            <a:off x="337820" y="4386109"/>
            <a:ext cx="3467083" cy="3795702"/>
            <a:chOff x="2891046" y="1869440"/>
            <a:chExt cx="2437294" cy="42685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90B1BD3-FF2C-4AC7-9B1F-36B4E4DE5E2B}"/>
                </a:ext>
              </a:extLst>
            </p:cNvPr>
            <p:cNvSpPr/>
            <p:nvPr/>
          </p:nvSpPr>
          <p:spPr>
            <a:xfrm>
              <a:off x="299154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76A745-9659-4FD7-A648-58DABBBF3CC9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3F04EA3-B0E1-43C8-BE44-673C7EEE9AEA}"/>
              </a:ext>
            </a:extLst>
          </p:cNvPr>
          <p:cNvGrpSpPr/>
          <p:nvPr/>
        </p:nvGrpSpPr>
        <p:grpSpPr>
          <a:xfrm>
            <a:off x="4371340" y="4386109"/>
            <a:ext cx="3467083" cy="3795702"/>
            <a:chOff x="2891046" y="1869440"/>
            <a:chExt cx="2437294" cy="426859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A5AB43-8E89-4A38-BBC9-7E5D921A25F1}"/>
                </a:ext>
              </a:extLst>
            </p:cNvPr>
            <p:cNvSpPr/>
            <p:nvPr/>
          </p:nvSpPr>
          <p:spPr>
            <a:xfrm>
              <a:off x="299154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F569A1F-8B50-46EE-8752-BC369E351CB9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5DF0FC-0B3D-490E-93F0-019D0A1AA026}"/>
              </a:ext>
            </a:extLst>
          </p:cNvPr>
          <p:cNvGrpSpPr/>
          <p:nvPr/>
        </p:nvGrpSpPr>
        <p:grpSpPr>
          <a:xfrm>
            <a:off x="8404860" y="4386109"/>
            <a:ext cx="3467083" cy="3795702"/>
            <a:chOff x="2891046" y="1869440"/>
            <a:chExt cx="2437294" cy="426859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C33B27-3B01-46A5-96FA-A2CB5C12EC9B}"/>
                </a:ext>
              </a:extLst>
            </p:cNvPr>
            <p:cNvSpPr/>
            <p:nvPr/>
          </p:nvSpPr>
          <p:spPr>
            <a:xfrm>
              <a:off x="299154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C09A517-6206-47BF-B0FB-66EEE05FA2D1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A063168-B632-4AA3-8E28-CBA9408902AB}"/>
              </a:ext>
            </a:extLst>
          </p:cNvPr>
          <p:cNvSpPr txBox="1"/>
          <p:nvPr/>
        </p:nvSpPr>
        <p:spPr>
          <a:xfrm>
            <a:off x="480774" y="1211010"/>
            <a:ext cx="5715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TITLE HERE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7F3D40-5076-44D8-B571-03F40D7B1857}"/>
              </a:ext>
            </a:extLst>
          </p:cNvPr>
          <p:cNvSpPr/>
          <p:nvPr/>
        </p:nvSpPr>
        <p:spPr>
          <a:xfrm>
            <a:off x="569674" y="2281423"/>
            <a:ext cx="802314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FFC269"/>
                </a:solidFill>
              </a:rPr>
              <a:t>Lorem ipsum dolor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consectetur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adipiscing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elit</a:t>
            </a:r>
            <a:r>
              <a:rPr lang="en-US" sz="1400" dirty="0">
                <a:solidFill>
                  <a:srgbClr val="FFC269"/>
                </a:solidFill>
              </a:rPr>
              <a:t>. Nam ac </a:t>
            </a:r>
            <a:r>
              <a:rPr lang="en-US" sz="1400" dirty="0" err="1">
                <a:solidFill>
                  <a:srgbClr val="FFC269"/>
                </a:solidFill>
              </a:rPr>
              <a:t>est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finibus</a:t>
            </a:r>
            <a:r>
              <a:rPr lang="en-US" sz="1400" dirty="0">
                <a:solidFill>
                  <a:srgbClr val="FFC269"/>
                </a:solidFill>
              </a:rPr>
              <a:t>, </a:t>
            </a:r>
            <a:r>
              <a:rPr lang="en-US" sz="1400" dirty="0" err="1">
                <a:solidFill>
                  <a:srgbClr val="FFC269"/>
                </a:solidFill>
              </a:rPr>
              <a:t>auctor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eros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quis</a:t>
            </a:r>
            <a:r>
              <a:rPr lang="en-US" sz="1400" dirty="0">
                <a:solidFill>
                  <a:srgbClr val="FFC269"/>
                </a:solidFill>
              </a:rPr>
              <a:t>, porta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. Maecenas </a:t>
            </a:r>
            <a:r>
              <a:rPr lang="en-US" sz="1400" dirty="0" err="1">
                <a:solidFill>
                  <a:srgbClr val="FFC269"/>
                </a:solidFill>
              </a:rPr>
              <a:t>mattis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malesuada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metus</a:t>
            </a:r>
            <a:r>
              <a:rPr lang="en-US" sz="1400" dirty="0">
                <a:solidFill>
                  <a:srgbClr val="FFC269"/>
                </a:solidFill>
              </a:rPr>
              <a:t>, sit </a:t>
            </a:r>
            <a:r>
              <a:rPr lang="en-US" sz="1400" dirty="0" err="1">
                <a:solidFill>
                  <a:srgbClr val="FFC269"/>
                </a:solidFill>
              </a:rPr>
              <a:t>amet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hendrerit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mauris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imperdiet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tristique</a:t>
            </a:r>
            <a:r>
              <a:rPr lang="en-US" sz="1400" dirty="0">
                <a:solidFill>
                  <a:srgbClr val="FFC269"/>
                </a:solidFill>
              </a:rPr>
              <a:t>. </a:t>
            </a:r>
            <a:r>
              <a:rPr lang="en-US" sz="1400" dirty="0" err="1">
                <a:solidFill>
                  <a:srgbClr val="FFC269"/>
                </a:solidFill>
              </a:rPr>
              <a:t>Curabitur</a:t>
            </a:r>
            <a:r>
              <a:rPr lang="en-US" sz="1400" dirty="0">
                <a:solidFill>
                  <a:srgbClr val="FFC269"/>
                </a:solidFill>
              </a:rPr>
              <a:t> vitae </a:t>
            </a:r>
            <a:r>
              <a:rPr lang="en-US" sz="1400" dirty="0" err="1">
                <a:solidFill>
                  <a:srgbClr val="FFC269"/>
                </a:solidFill>
              </a:rPr>
              <a:t>venenatis</a:t>
            </a:r>
            <a:r>
              <a:rPr lang="en-US" sz="1400" dirty="0">
                <a:solidFill>
                  <a:srgbClr val="FFC269"/>
                </a:solidFill>
              </a:rPr>
              <a:t> </a:t>
            </a:r>
            <a:r>
              <a:rPr lang="en-US" sz="1400" dirty="0" err="1">
                <a:solidFill>
                  <a:srgbClr val="FFC269"/>
                </a:solidFill>
              </a:rPr>
              <a:t>nisl</a:t>
            </a:r>
            <a:r>
              <a:rPr lang="en-US" sz="1400" dirty="0">
                <a:solidFill>
                  <a:srgbClr val="FFC269"/>
                </a:solidFill>
              </a:rPr>
              <a:t>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CA2F9A-DD73-408B-8C71-5FFCF775E317}"/>
              </a:ext>
            </a:extLst>
          </p:cNvPr>
          <p:cNvSpPr/>
          <p:nvPr/>
        </p:nvSpPr>
        <p:spPr>
          <a:xfrm>
            <a:off x="569674" y="1931702"/>
            <a:ext cx="3664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C269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 DOLOR </a:t>
            </a:r>
          </a:p>
        </p:txBody>
      </p:sp>
    </p:spTree>
    <p:extLst>
      <p:ext uri="{BB962C8B-B14F-4D97-AF65-F5344CB8AC3E}">
        <p14:creationId xmlns:p14="http://schemas.microsoft.com/office/powerpoint/2010/main" val="3423713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A31BCE-4E8C-438D-ADDE-EA05CAFC8D72}"/>
              </a:ext>
            </a:extLst>
          </p:cNvPr>
          <p:cNvGrpSpPr/>
          <p:nvPr/>
        </p:nvGrpSpPr>
        <p:grpSpPr>
          <a:xfrm>
            <a:off x="1" y="3954309"/>
            <a:ext cx="6705600" cy="3795702"/>
            <a:chOff x="2891046" y="1869440"/>
            <a:chExt cx="2405404" cy="426859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853D4EC-8B04-448B-BB7A-4327EC263C1E}"/>
                </a:ext>
              </a:extLst>
            </p:cNvPr>
            <p:cNvSpPr/>
            <p:nvPr/>
          </p:nvSpPr>
          <p:spPr>
            <a:xfrm>
              <a:off x="295965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42656E0-6EF4-401E-99A4-29EB244CAC7F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D2DC818-D70B-458E-9632-7A9474DD5EC9}"/>
              </a:ext>
            </a:extLst>
          </p:cNvPr>
          <p:cNvGrpSpPr/>
          <p:nvPr/>
        </p:nvGrpSpPr>
        <p:grpSpPr>
          <a:xfrm>
            <a:off x="6370320" y="391574"/>
            <a:ext cx="2461243" cy="2694526"/>
            <a:chOff x="2891046" y="1869440"/>
            <a:chExt cx="2437294" cy="426859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BBB72A-1EFF-40CA-8CDD-2C49F519A0A1}"/>
                </a:ext>
              </a:extLst>
            </p:cNvPr>
            <p:cNvSpPr/>
            <p:nvPr/>
          </p:nvSpPr>
          <p:spPr>
            <a:xfrm>
              <a:off x="299154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B6E0760-C2A6-4FF1-B441-4D95E265B0F6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83D4847-F40E-4D0A-B073-880DAE5294A5}"/>
              </a:ext>
            </a:extLst>
          </p:cNvPr>
          <p:cNvGrpSpPr/>
          <p:nvPr/>
        </p:nvGrpSpPr>
        <p:grpSpPr>
          <a:xfrm>
            <a:off x="9100820" y="363249"/>
            <a:ext cx="2461243" cy="2694526"/>
            <a:chOff x="2891046" y="1869440"/>
            <a:chExt cx="2437294" cy="426859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1D4A4D-BA15-4812-8109-73661D2C6120}"/>
                </a:ext>
              </a:extLst>
            </p:cNvPr>
            <p:cNvSpPr/>
            <p:nvPr/>
          </p:nvSpPr>
          <p:spPr>
            <a:xfrm>
              <a:off x="2991540" y="2060020"/>
              <a:ext cx="2336800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C1C384-371E-43D9-B1EF-829E2ED6B55A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1D71EAE-A07B-4050-A01F-0BCDE58B221F}"/>
              </a:ext>
            </a:extLst>
          </p:cNvPr>
          <p:cNvSpPr txBox="1"/>
          <p:nvPr/>
        </p:nvSpPr>
        <p:spPr>
          <a:xfrm>
            <a:off x="476717" y="1061580"/>
            <a:ext cx="5715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 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TITLE</a:t>
            </a:r>
            <a:r>
              <a:rPr lang="en-US" sz="4400" dirty="0">
                <a:solidFill>
                  <a:srgbClr val="FFC269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DA659B-0D89-4153-AD01-11246E2835CF}"/>
              </a:ext>
            </a:extLst>
          </p:cNvPr>
          <p:cNvSpPr/>
          <p:nvPr/>
        </p:nvSpPr>
        <p:spPr>
          <a:xfrm>
            <a:off x="565617" y="2220246"/>
            <a:ext cx="51505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B5B8-09AA-48AF-8608-ABD49C1777C9}"/>
              </a:ext>
            </a:extLst>
          </p:cNvPr>
          <p:cNvSpPr/>
          <p:nvPr/>
        </p:nvSpPr>
        <p:spPr>
          <a:xfrm>
            <a:off x="565617" y="1782272"/>
            <a:ext cx="3664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2F2851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 DOLOR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BE47DB-D33D-4313-806A-469D984CA674}"/>
              </a:ext>
            </a:extLst>
          </p:cNvPr>
          <p:cNvSpPr/>
          <p:nvPr/>
        </p:nvSpPr>
        <p:spPr>
          <a:xfrm>
            <a:off x="7156917" y="4123776"/>
            <a:ext cx="430366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5990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BB7D10-8B5B-4747-B418-FB130D96B1C4}"/>
              </a:ext>
            </a:extLst>
          </p:cNvPr>
          <p:cNvGrpSpPr/>
          <p:nvPr/>
        </p:nvGrpSpPr>
        <p:grpSpPr>
          <a:xfrm>
            <a:off x="948295" y="425670"/>
            <a:ext cx="4881005" cy="2584230"/>
            <a:chOff x="4425206" y="1389993"/>
            <a:chExt cx="3115661" cy="426121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3B0C82-07DD-4B39-AB39-6326D3135207}"/>
                </a:ext>
              </a:extLst>
            </p:cNvPr>
            <p:cNvSpPr/>
            <p:nvPr/>
          </p:nvSpPr>
          <p:spPr>
            <a:xfrm>
              <a:off x="4513887" y="1573197"/>
              <a:ext cx="3026980" cy="4078014"/>
            </a:xfrm>
            <a:prstGeom prst="rect">
              <a:avLst/>
            </a:prstGeom>
            <a:solidFill>
              <a:srgbClr val="2F28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98DCB39-BD47-4861-B028-80E433DE2377}"/>
                </a:ext>
              </a:extLst>
            </p:cNvPr>
            <p:cNvSpPr/>
            <p:nvPr/>
          </p:nvSpPr>
          <p:spPr>
            <a:xfrm>
              <a:off x="4425206" y="1389993"/>
              <a:ext cx="302698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CB1C182-E10D-4603-AB94-3237E12895D1}"/>
              </a:ext>
            </a:extLst>
          </p:cNvPr>
          <p:cNvGrpSpPr/>
          <p:nvPr/>
        </p:nvGrpSpPr>
        <p:grpSpPr>
          <a:xfrm>
            <a:off x="6464300" y="425670"/>
            <a:ext cx="4881005" cy="2584230"/>
            <a:chOff x="4425206" y="1389993"/>
            <a:chExt cx="3115661" cy="426121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5A8290-0222-4C7A-8A2D-41C747F4D5CF}"/>
                </a:ext>
              </a:extLst>
            </p:cNvPr>
            <p:cNvSpPr/>
            <p:nvPr/>
          </p:nvSpPr>
          <p:spPr>
            <a:xfrm>
              <a:off x="4513887" y="1573197"/>
              <a:ext cx="3026980" cy="4078014"/>
            </a:xfrm>
            <a:prstGeom prst="rect">
              <a:avLst/>
            </a:prstGeom>
            <a:solidFill>
              <a:srgbClr val="2F28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0C4FDA-9071-4DEC-A067-5409C65F935F}"/>
                </a:ext>
              </a:extLst>
            </p:cNvPr>
            <p:cNvSpPr/>
            <p:nvPr/>
          </p:nvSpPr>
          <p:spPr>
            <a:xfrm>
              <a:off x="4425206" y="1389993"/>
              <a:ext cx="302698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F2EF75F-266C-4F28-B065-BD1B286C1929}"/>
              </a:ext>
            </a:extLst>
          </p:cNvPr>
          <p:cNvSpPr/>
          <p:nvPr/>
        </p:nvSpPr>
        <p:spPr>
          <a:xfrm>
            <a:off x="11004838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19FE64-1159-4C7C-93C4-13FD4673B9C7}"/>
              </a:ext>
            </a:extLst>
          </p:cNvPr>
          <p:cNvSpPr txBox="1"/>
          <p:nvPr/>
        </p:nvSpPr>
        <p:spPr>
          <a:xfrm>
            <a:off x="948295" y="3343348"/>
            <a:ext cx="48810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TITLE </a:t>
            </a:r>
            <a:b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</a:b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CAA4F5-81F1-43AB-9279-15D842A023CD}"/>
              </a:ext>
            </a:extLst>
          </p:cNvPr>
          <p:cNvSpPr/>
          <p:nvPr/>
        </p:nvSpPr>
        <p:spPr>
          <a:xfrm>
            <a:off x="948295" y="4682494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E61F7-EBAB-4768-BED2-FA222716A9D0}"/>
              </a:ext>
            </a:extLst>
          </p:cNvPr>
          <p:cNvSpPr/>
          <p:nvPr/>
        </p:nvSpPr>
        <p:spPr>
          <a:xfrm>
            <a:off x="948295" y="5151674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5C9222-D47E-4D9A-932E-98C5400A8FAE}"/>
              </a:ext>
            </a:extLst>
          </p:cNvPr>
          <p:cNvSpPr txBox="1"/>
          <p:nvPr/>
        </p:nvSpPr>
        <p:spPr>
          <a:xfrm>
            <a:off x="6464300" y="3378253"/>
            <a:ext cx="48810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TITLE </a:t>
            </a:r>
            <a:b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</a:b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HERE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B5AC7E-55FB-42C5-845C-8FFA80F80F87}"/>
              </a:ext>
            </a:extLst>
          </p:cNvPr>
          <p:cNvSpPr/>
          <p:nvPr/>
        </p:nvSpPr>
        <p:spPr>
          <a:xfrm>
            <a:off x="6464300" y="4717399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5E3BD2-E13B-4AB9-926B-93D3909DBC95}"/>
              </a:ext>
            </a:extLst>
          </p:cNvPr>
          <p:cNvSpPr/>
          <p:nvPr/>
        </p:nvSpPr>
        <p:spPr>
          <a:xfrm>
            <a:off x="6464300" y="5186579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84389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6BF08B2-F4A0-4B49-95B2-0A76E612CFA9}"/>
              </a:ext>
            </a:extLst>
          </p:cNvPr>
          <p:cNvGrpSpPr/>
          <p:nvPr/>
        </p:nvGrpSpPr>
        <p:grpSpPr>
          <a:xfrm>
            <a:off x="2048509" y="1531149"/>
            <a:ext cx="8094981" cy="3795702"/>
            <a:chOff x="2891046" y="1869440"/>
            <a:chExt cx="2381256" cy="426859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349C33-849C-459A-868B-94B8426727BF}"/>
                </a:ext>
              </a:extLst>
            </p:cNvPr>
            <p:cNvSpPr/>
            <p:nvPr/>
          </p:nvSpPr>
          <p:spPr>
            <a:xfrm>
              <a:off x="2991540" y="2060020"/>
              <a:ext cx="2280762" cy="4078013"/>
            </a:xfrm>
            <a:prstGeom prst="rect">
              <a:avLst/>
            </a:prstGeom>
            <a:solidFill>
              <a:srgbClr val="FFC2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9BB7B50-3A20-4C44-A08D-6554CD3D33B2}"/>
                </a:ext>
              </a:extLst>
            </p:cNvPr>
            <p:cNvSpPr/>
            <p:nvPr/>
          </p:nvSpPr>
          <p:spPr>
            <a:xfrm>
              <a:off x="2891046" y="1869440"/>
              <a:ext cx="2336800" cy="4078014"/>
            </a:xfrm>
            <a:prstGeom prst="rect">
              <a:avLst/>
            </a:prstGeom>
            <a:solidFill>
              <a:srgbClr val="FAF3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DA1829F-BFC2-428E-8190-C95137A7D6EE}"/>
              </a:ext>
            </a:extLst>
          </p:cNvPr>
          <p:cNvSpPr txBox="1"/>
          <p:nvPr/>
        </p:nvSpPr>
        <p:spPr>
          <a:xfrm>
            <a:off x="2897546" y="2340048"/>
            <a:ext cx="48810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TITLE </a:t>
            </a:r>
            <a:b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</a:b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69EAF6-E6CB-4C7F-9814-8A98C127AA65}"/>
              </a:ext>
            </a:extLst>
          </p:cNvPr>
          <p:cNvSpPr/>
          <p:nvPr/>
        </p:nvSpPr>
        <p:spPr>
          <a:xfrm>
            <a:off x="2897546" y="3679194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409424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4A0F06-ADCD-4E50-8F14-D2B8D9E73D9A}"/>
              </a:ext>
            </a:extLst>
          </p:cNvPr>
          <p:cNvSpPr/>
          <p:nvPr/>
        </p:nvSpPr>
        <p:spPr>
          <a:xfrm>
            <a:off x="8230321" y="1146741"/>
            <a:ext cx="3428474" cy="460248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178B8C-9569-492C-A475-FFFEC57861A7}"/>
              </a:ext>
            </a:extLst>
          </p:cNvPr>
          <p:cNvSpPr/>
          <p:nvPr/>
        </p:nvSpPr>
        <p:spPr>
          <a:xfrm>
            <a:off x="8077921" y="994341"/>
            <a:ext cx="3428474" cy="460248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ADA78B-757D-4BA0-8023-AC63019AA391}"/>
              </a:ext>
            </a:extLst>
          </p:cNvPr>
          <p:cNvSpPr/>
          <p:nvPr/>
        </p:nvSpPr>
        <p:spPr>
          <a:xfrm>
            <a:off x="468998" y="1277526"/>
            <a:ext cx="1824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44753-21A0-4243-9796-10F353E5F8A6}"/>
              </a:ext>
            </a:extLst>
          </p:cNvPr>
          <p:cNvSpPr/>
          <p:nvPr/>
        </p:nvSpPr>
        <p:spPr>
          <a:xfrm>
            <a:off x="468998" y="1746706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061CE6-99F6-4B66-B434-71B6A808B2F7}"/>
              </a:ext>
            </a:extLst>
          </p:cNvPr>
          <p:cNvSpPr/>
          <p:nvPr/>
        </p:nvSpPr>
        <p:spPr>
          <a:xfrm>
            <a:off x="468998" y="3016105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D9DD2-CF7C-47A8-939E-D85B70719A14}"/>
              </a:ext>
            </a:extLst>
          </p:cNvPr>
          <p:cNvSpPr/>
          <p:nvPr/>
        </p:nvSpPr>
        <p:spPr>
          <a:xfrm>
            <a:off x="468998" y="3485285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D7938E-E9CC-409E-9580-C527FCD92DA5}"/>
              </a:ext>
            </a:extLst>
          </p:cNvPr>
          <p:cNvSpPr/>
          <p:nvPr/>
        </p:nvSpPr>
        <p:spPr>
          <a:xfrm>
            <a:off x="468998" y="4754684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4E7F56-8BDA-42FB-9018-91A96A2A65B4}"/>
              </a:ext>
            </a:extLst>
          </p:cNvPr>
          <p:cNvSpPr/>
          <p:nvPr/>
        </p:nvSpPr>
        <p:spPr>
          <a:xfrm>
            <a:off x="468998" y="5223864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B75A15-D4A2-4561-BABA-F554F1574E94}"/>
              </a:ext>
            </a:extLst>
          </p:cNvPr>
          <p:cNvSpPr txBox="1"/>
          <p:nvPr/>
        </p:nvSpPr>
        <p:spPr>
          <a:xfrm>
            <a:off x="375414" y="323777"/>
            <a:ext cx="75501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D694C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YOUR</a:t>
            </a:r>
            <a:r>
              <a:rPr lang="en-US" sz="4400" dirty="0">
                <a:solidFill>
                  <a:srgbClr val="2F2851"/>
                </a:solidFill>
                <a:latin typeface="Anakotmai Bold" panose="00000800000000000000" pitchFamily="2" charset="-34"/>
                <a:cs typeface="Anakotmai Bold" panose="00000800000000000000" pitchFamily="2" charset="-34"/>
              </a:rPr>
              <a:t> TITLE 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139E5-EAB5-4D8C-81F4-44015DAA8B1D}"/>
              </a:ext>
            </a:extLst>
          </p:cNvPr>
          <p:cNvSpPr/>
          <p:nvPr/>
        </p:nvSpPr>
        <p:spPr>
          <a:xfrm>
            <a:off x="4234286" y="1277526"/>
            <a:ext cx="18245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C2A3BA-558D-4702-BC9C-2936A2B36C54}"/>
              </a:ext>
            </a:extLst>
          </p:cNvPr>
          <p:cNvSpPr/>
          <p:nvPr/>
        </p:nvSpPr>
        <p:spPr>
          <a:xfrm>
            <a:off x="4234286" y="1746706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635BD3-28B7-4193-ABE0-9B8DF47C8F89}"/>
              </a:ext>
            </a:extLst>
          </p:cNvPr>
          <p:cNvSpPr/>
          <p:nvPr/>
        </p:nvSpPr>
        <p:spPr>
          <a:xfrm>
            <a:off x="4234286" y="3016105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E0477E-E6B9-4ACB-B660-E0E8441BE1FA}"/>
              </a:ext>
            </a:extLst>
          </p:cNvPr>
          <p:cNvSpPr/>
          <p:nvPr/>
        </p:nvSpPr>
        <p:spPr>
          <a:xfrm>
            <a:off x="4234286" y="3485285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9945B0-F3E0-40EA-9F59-73531B8830D5}"/>
              </a:ext>
            </a:extLst>
          </p:cNvPr>
          <p:cNvSpPr/>
          <p:nvPr/>
        </p:nvSpPr>
        <p:spPr>
          <a:xfrm>
            <a:off x="4234286" y="4754684"/>
            <a:ext cx="1824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D694C"/>
                </a:solidFill>
                <a:latin typeface="Anakotmai Medium" panose="00000600000000000000" pitchFamily="50" charset="-34"/>
                <a:cs typeface="Anakotmai Medium" panose="00000600000000000000" pitchFamily="50" charset="-34"/>
              </a:rPr>
              <a:t>LOREM IPSUM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4BE485-DB05-40D2-9C86-1CE8E013E75B}"/>
              </a:ext>
            </a:extLst>
          </p:cNvPr>
          <p:cNvSpPr/>
          <p:nvPr/>
        </p:nvSpPr>
        <p:spPr>
          <a:xfrm>
            <a:off x="4234286" y="5223864"/>
            <a:ext cx="384363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2851"/>
                </a:solidFill>
              </a:rPr>
              <a:t>Lorem ipsum dolor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consectetur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adipiscing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elit</a:t>
            </a:r>
            <a:r>
              <a:rPr lang="en-US" sz="1400" dirty="0">
                <a:solidFill>
                  <a:srgbClr val="2F2851"/>
                </a:solidFill>
              </a:rPr>
              <a:t>. Nam ac </a:t>
            </a:r>
            <a:r>
              <a:rPr lang="en-US" sz="1400" dirty="0" err="1">
                <a:solidFill>
                  <a:srgbClr val="2F2851"/>
                </a:solidFill>
              </a:rPr>
              <a:t>est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finibus</a:t>
            </a:r>
            <a:r>
              <a:rPr lang="en-US" sz="1400" dirty="0">
                <a:solidFill>
                  <a:srgbClr val="2F2851"/>
                </a:solidFill>
              </a:rPr>
              <a:t>, </a:t>
            </a:r>
            <a:r>
              <a:rPr lang="en-US" sz="1400" dirty="0" err="1">
                <a:solidFill>
                  <a:srgbClr val="2F2851"/>
                </a:solidFill>
              </a:rPr>
              <a:t>auctor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eros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quis</a:t>
            </a:r>
            <a:r>
              <a:rPr lang="en-US" sz="1400" dirty="0">
                <a:solidFill>
                  <a:srgbClr val="2F2851"/>
                </a:solidFill>
              </a:rPr>
              <a:t>, porta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. Maecenas </a:t>
            </a:r>
            <a:r>
              <a:rPr lang="en-US" sz="1400" dirty="0" err="1">
                <a:solidFill>
                  <a:srgbClr val="2F2851"/>
                </a:solidFill>
              </a:rPr>
              <a:t>mattis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malesuada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metus</a:t>
            </a:r>
            <a:r>
              <a:rPr lang="en-US" sz="1400" dirty="0">
                <a:solidFill>
                  <a:srgbClr val="2F2851"/>
                </a:solidFill>
              </a:rPr>
              <a:t>, sit </a:t>
            </a:r>
            <a:r>
              <a:rPr lang="en-US" sz="1400" dirty="0" err="1">
                <a:solidFill>
                  <a:srgbClr val="2F2851"/>
                </a:solidFill>
              </a:rPr>
              <a:t>amet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hendrerit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mauris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imperdiet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tristique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  <a:r>
              <a:rPr lang="en-US" sz="1400" dirty="0" err="1">
                <a:solidFill>
                  <a:srgbClr val="2F2851"/>
                </a:solidFill>
              </a:rPr>
              <a:t>Curabitur</a:t>
            </a:r>
            <a:r>
              <a:rPr lang="en-US" sz="1400" dirty="0">
                <a:solidFill>
                  <a:srgbClr val="2F2851"/>
                </a:solidFill>
              </a:rPr>
              <a:t> vitae </a:t>
            </a:r>
            <a:r>
              <a:rPr lang="en-US" sz="1400" dirty="0" err="1">
                <a:solidFill>
                  <a:srgbClr val="2F2851"/>
                </a:solidFill>
              </a:rPr>
              <a:t>venenatis</a:t>
            </a:r>
            <a:r>
              <a:rPr lang="en-US" sz="1400" dirty="0">
                <a:solidFill>
                  <a:srgbClr val="2F2851"/>
                </a:solidFill>
              </a:rPr>
              <a:t> </a:t>
            </a:r>
            <a:r>
              <a:rPr lang="en-US" sz="1400" dirty="0" err="1">
                <a:solidFill>
                  <a:srgbClr val="2F2851"/>
                </a:solidFill>
              </a:rPr>
              <a:t>nisl</a:t>
            </a:r>
            <a:r>
              <a:rPr lang="en-US" sz="1400" dirty="0">
                <a:solidFill>
                  <a:srgbClr val="2F2851"/>
                </a:solidFill>
              </a:rPr>
              <a:t>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D0CB57-F4BB-4B8A-B758-38E9109774F7}"/>
              </a:ext>
            </a:extLst>
          </p:cNvPr>
          <p:cNvSpPr/>
          <p:nvPr/>
        </p:nvSpPr>
        <p:spPr>
          <a:xfrm>
            <a:off x="11004838" y="6258910"/>
            <a:ext cx="557048" cy="59909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40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25160D-D479-45E3-A5D4-1F760AF51E10}"/>
              </a:ext>
            </a:extLst>
          </p:cNvPr>
          <p:cNvSpPr/>
          <p:nvPr/>
        </p:nvSpPr>
        <p:spPr>
          <a:xfrm>
            <a:off x="850900" y="736600"/>
            <a:ext cx="558800" cy="558800"/>
          </a:xfrm>
          <a:prstGeom prst="rect">
            <a:avLst/>
          </a:prstGeom>
          <a:solidFill>
            <a:srgbClr val="FD6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A1AEC-FFEA-4506-94E4-F8D447C14854}"/>
              </a:ext>
            </a:extLst>
          </p:cNvPr>
          <p:cNvSpPr/>
          <p:nvPr/>
        </p:nvSpPr>
        <p:spPr>
          <a:xfrm>
            <a:off x="1562100" y="736600"/>
            <a:ext cx="558800" cy="558800"/>
          </a:xfrm>
          <a:prstGeom prst="rect">
            <a:avLst/>
          </a:prstGeom>
          <a:solidFill>
            <a:srgbClr val="2F28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F285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043325-1A6E-4859-9FB5-9CBC0D5C2833}"/>
              </a:ext>
            </a:extLst>
          </p:cNvPr>
          <p:cNvSpPr/>
          <p:nvPr/>
        </p:nvSpPr>
        <p:spPr>
          <a:xfrm>
            <a:off x="2273300" y="736600"/>
            <a:ext cx="558800" cy="558800"/>
          </a:xfrm>
          <a:prstGeom prst="rect">
            <a:avLst/>
          </a:prstGeom>
          <a:solidFill>
            <a:srgbClr val="FFC2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828D86-E5FD-4F25-9376-2373328E6C83}"/>
              </a:ext>
            </a:extLst>
          </p:cNvPr>
          <p:cNvSpPr/>
          <p:nvPr/>
        </p:nvSpPr>
        <p:spPr>
          <a:xfrm>
            <a:off x="2984500" y="736600"/>
            <a:ext cx="558800" cy="55880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12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12352</TotalTime>
  <Words>1459</Words>
  <Application>Microsoft Office PowerPoint</Application>
  <PresentationFormat>Widescreen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Anakotmai Bold</vt:lpstr>
      <vt:lpstr>Calibri Light</vt:lpstr>
      <vt:lpstr>Arial</vt:lpstr>
      <vt:lpstr>Calibri</vt:lpstr>
      <vt:lpstr>Anakotmai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Phakawan Wongpetanan</dc:creator>
  <cp:lastModifiedBy>Phakawan Wongpetanan</cp:lastModifiedBy>
  <cp:revision>29</cp:revision>
  <dcterms:created xsi:type="dcterms:W3CDTF">2019-12-18T15:32:44Z</dcterms:created>
  <dcterms:modified xsi:type="dcterms:W3CDTF">2020-01-04T10:13:47Z</dcterms:modified>
</cp:coreProperties>
</file>